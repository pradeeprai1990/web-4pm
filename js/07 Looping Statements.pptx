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313" r:id="rId3"/>
    <p:sldId id="308" r:id="rId4"/>
    <p:sldId id="324" r:id="rId5"/>
    <p:sldId id="328" r:id="rId6"/>
    <p:sldId id="329" r:id="rId7"/>
    <p:sldId id="331" r:id="rId8"/>
    <p:sldId id="332" r:id="rId9"/>
    <p:sldId id="278" r:id="rId10"/>
  </p:sldIdLst>
  <p:sldSz cx="51127025" cy="28803600"/>
  <p:notesSz cx="6858000" cy="9144000"/>
  <p:embeddedFontLst>
    <p:embeddedFont>
      <p:font typeface="Bahnschrift Light" panose="020B0502040204020203" pitchFamily="3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exend Deca" pitchFamily="2" charset="0"/>
      <p:regular r:id="rId17"/>
      <p:bold r:id="rId18"/>
    </p:embeddedFont>
    <p:embeddedFont>
      <p:font typeface="Muli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49" userDrawn="1">
          <p15:clr>
            <a:srgbClr val="A4A3A4"/>
          </p15:clr>
        </p15:guide>
        <p15:guide id="2" pos="16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72F"/>
    <a:srgbClr val="C10037"/>
    <a:srgbClr val="5A28C8"/>
    <a:srgbClr val="D20B8C"/>
    <a:srgbClr val="1E9F9F"/>
    <a:srgbClr val="11C2BA"/>
    <a:srgbClr val="F75431"/>
    <a:srgbClr val="0042A5"/>
    <a:srgbClr val="0070BB"/>
    <a:srgbClr val="663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14C06-38BB-4A42-BE0A-AC698649DFCB}">
  <a:tblStyle styleId="{28714C06-38BB-4A42-BE0A-AC698649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19C40-AFEB-4EFE-8A8C-DA0982023F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1" autoAdjust="0"/>
  </p:normalViewPr>
  <p:slideViewPr>
    <p:cSldViewPr snapToGrid="0">
      <p:cViewPr varScale="1">
        <p:scale>
          <a:sx n="18" d="100"/>
          <a:sy n="18" d="100"/>
        </p:scale>
        <p:origin x="1008" y="125"/>
      </p:cViewPr>
      <p:guideLst>
        <p:guide orient="horz" pos="9049"/>
        <p:guide pos="16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Wscube" userId="1d3faf5b170b9d82" providerId="LiveId" clId="{96FA67A3-4091-438E-92FD-285160573DB0}"/>
    <pc:docChg chg="modSld">
      <pc:chgData name="Monika Wscube" userId="1d3faf5b170b9d82" providerId="LiveId" clId="{96FA67A3-4091-438E-92FD-285160573DB0}" dt="2022-09-20T10:04:00.966" v="11" actId="2711"/>
      <pc:docMkLst>
        <pc:docMk/>
      </pc:docMkLst>
      <pc:sldChg chg="modSp mod">
        <pc:chgData name="Monika Wscube" userId="1d3faf5b170b9d82" providerId="LiveId" clId="{96FA67A3-4091-438E-92FD-285160573DB0}" dt="2022-09-20T10:02:30.881" v="6" actId="2711"/>
        <pc:sldMkLst>
          <pc:docMk/>
          <pc:sldMk cId="3003852111" sldId="308"/>
        </pc:sldMkLst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12" creationId="{195F4E5E-5214-DC7F-8883-A2939BD7762D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24" creationId="{868F083A-CA5C-3C2A-2901-4A8C4132779B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33" creationId="{E1227E95-1D96-26BE-93B6-3C63B4D45CB4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2:30.881" v="6" actId="2711"/>
          <ac:grpSpMkLst>
            <pc:docMk/>
            <pc:sldMk cId="3003852111" sldId="308"/>
            <ac:grpSpMk id="2" creationId="{6738D2BB-9DD7-355A-9084-665209E425BC}"/>
          </ac:grpSpMkLst>
        </pc:grpChg>
        <pc:grpChg chg="mod">
          <ac:chgData name="Monika Wscube" userId="1d3faf5b170b9d82" providerId="LiveId" clId="{96FA67A3-4091-438E-92FD-285160573DB0}" dt="2022-09-20T10:02:30.881" v="6" actId="2711"/>
          <ac:grpSpMkLst>
            <pc:docMk/>
            <pc:sldMk cId="3003852111" sldId="308"/>
            <ac:grpSpMk id="13" creationId="{800D9D97-0FEA-E4CF-0BFD-92C212B96F08}"/>
          </ac:grpSpMkLst>
        </pc:grpChg>
        <pc:grpChg chg="mod">
          <ac:chgData name="Monika Wscube" userId="1d3faf5b170b9d82" providerId="LiveId" clId="{96FA67A3-4091-438E-92FD-285160573DB0}" dt="2022-09-20T10:02:30.881" v="6" actId="2711"/>
          <ac:grpSpMkLst>
            <pc:docMk/>
            <pc:sldMk cId="3003852111" sldId="308"/>
            <ac:grpSpMk id="25" creationId="{6094C20E-2EF3-2287-AF65-1CB2534BAEFD}"/>
          </ac:grpSpMkLst>
        </pc:grpChg>
        <pc:picChg chg="mod">
          <ac:chgData name="Monika Wscube" userId="1d3faf5b170b9d82" providerId="LiveId" clId="{96FA67A3-4091-438E-92FD-285160573DB0}" dt="2022-09-20T10:02:30.881" v="6" actId="2711"/>
          <ac:picMkLst>
            <pc:docMk/>
            <pc:sldMk cId="3003852111" sldId="308"/>
            <ac:picMk id="5" creationId="{AB85F884-13E5-EF23-1724-C564C20FEE0D}"/>
          </ac:picMkLst>
        </pc:picChg>
        <pc:picChg chg="mod">
          <ac:chgData name="Monika Wscube" userId="1d3faf5b170b9d82" providerId="LiveId" clId="{96FA67A3-4091-438E-92FD-285160573DB0}" dt="2022-09-20T10:02:30.881" v="6" actId="2711"/>
          <ac:picMkLst>
            <pc:docMk/>
            <pc:sldMk cId="3003852111" sldId="308"/>
            <ac:picMk id="49" creationId="{00000000-0000-0000-0000-000000000000}"/>
          </ac:picMkLst>
        </pc:picChg>
      </pc:sldChg>
      <pc:sldChg chg="modSp">
        <pc:chgData name="Monika Wscube" userId="1d3faf5b170b9d82" providerId="LiveId" clId="{96FA67A3-4091-438E-92FD-285160573DB0}" dt="2022-09-20T10:02:24.165" v="5" actId="2711"/>
        <pc:sldMkLst>
          <pc:docMk/>
          <pc:sldMk cId="133008478" sldId="313"/>
        </pc:sldMkLst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12" creationId="{23F16C97-FF9C-3BA8-FB28-E118CC945B55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43" creationId="{C0839F32-6AEB-449D-6A13-07C6068C7ECF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64" creationId="{A0308D55-1FB3-D304-E266-8238D519A7A8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2:24.165" v="5" actId="2711"/>
          <ac:grpSpMkLst>
            <pc:docMk/>
            <pc:sldMk cId="133008478" sldId="313"/>
            <ac:grpSpMk id="3" creationId="{34CEBB92-04A5-9F32-C558-96341C49E022}"/>
          </ac:grpSpMkLst>
        </pc:grpChg>
        <pc:grpChg chg="mod">
          <ac:chgData name="Monika Wscube" userId="1d3faf5b170b9d82" providerId="LiveId" clId="{96FA67A3-4091-438E-92FD-285160573DB0}" dt="2022-09-20T10:02:24.165" v="5" actId="2711"/>
          <ac:grpSpMkLst>
            <pc:docMk/>
            <pc:sldMk cId="133008478" sldId="313"/>
            <ac:grpSpMk id="56" creationId="{69FB8025-781D-116A-9FF9-CFAF04E04D21}"/>
          </ac:grpSpMkLst>
        </pc:grpChg>
        <pc:grpChg chg="mod">
          <ac:chgData name="Monika Wscube" userId="1d3faf5b170b9d82" providerId="LiveId" clId="{96FA67A3-4091-438E-92FD-285160573DB0}" dt="2022-09-20T10:02:24.165" v="5" actId="2711"/>
          <ac:grpSpMkLst>
            <pc:docMk/>
            <pc:sldMk cId="133008478" sldId="313"/>
            <ac:grpSpMk id="65" creationId="{640CBEC5-31AF-D227-AC27-4C6CDFDD73E1}"/>
          </ac:grpSpMkLst>
        </pc:grpChg>
        <pc:picChg chg="mod">
          <ac:chgData name="Monika Wscube" userId="1d3faf5b170b9d82" providerId="LiveId" clId="{96FA67A3-4091-438E-92FD-285160573DB0}" dt="2022-09-20T10:02:24.165" v="5" actId="2711"/>
          <ac:picMkLst>
            <pc:docMk/>
            <pc:sldMk cId="133008478" sldId="313"/>
            <ac:picMk id="11" creationId="{E87B39C4-603C-5A77-D10F-A7ABFD545D0D}"/>
          </ac:picMkLst>
        </pc:picChg>
        <pc:picChg chg="mod">
          <ac:chgData name="Monika Wscube" userId="1d3faf5b170b9d82" providerId="LiveId" clId="{96FA67A3-4091-438E-92FD-285160573DB0}" dt="2022-09-20T10:02:24.165" v="5" actId="2711"/>
          <ac:picMkLst>
            <pc:docMk/>
            <pc:sldMk cId="133008478" sldId="313"/>
            <ac:picMk id="49" creationId="{00000000-0000-0000-0000-000000000000}"/>
          </ac:picMkLst>
        </pc:picChg>
      </pc:sldChg>
      <pc:sldChg chg="modSp mod">
        <pc:chgData name="Monika Wscube" userId="1d3faf5b170b9d82" providerId="LiveId" clId="{96FA67A3-4091-438E-92FD-285160573DB0}" dt="2022-09-20T10:03:21.592" v="8" actId="2711"/>
        <pc:sldMkLst>
          <pc:docMk/>
          <pc:sldMk cId="3151718772" sldId="314"/>
        </pc:sldMkLst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7" creationId="{4CDF05B2-3985-D1F4-621B-60C192B646FD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8" creationId="{A63F864D-7947-23D9-1FE4-52070A78435B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9" creationId="{F3ECBD08-C9C4-F2D4-F622-46B408468B2C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1" creationId="{F7C4EE6A-0A28-97E9-FAAC-2A3F0B13BDA6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2" creationId="{F2BB18D6-6DD6-3BEC-D31E-614B11DA0BAD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3" creationId="{B3184022-F9E7-901C-1BD5-C091F1821A3F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7" creationId="{72536821-5227-31B1-D3CC-9D21C9019284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71" creationId="{00000000-0000-0000-0000-000000000000}"/>
          </ac:spMkLst>
        </pc:spChg>
      </pc:sldChg>
      <pc:sldChg chg="modSp mod">
        <pc:chgData name="Monika Wscube" userId="1d3faf5b170b9d82" providerId="LiveId" clId="{96FA67A3-4091-438E-92FD-285160573DB0}" dt="2022-09-20T10:03:11.787" v="7" actId="2711"/>
        <pc:sldMkLst>
          <pc:docMk/>
          <pc:sldMk cId="970948230" sldId="324"/>
        </pc:sldMkLst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71" creationId="{00000000-0000-0000-0000-000000000000}"/>
          </ac:spMkLst>
        </pc:spChg>
      </pc:sldChg>
      <pc:sldChg chg="modSp">
        <pc:chgData name="Monika Wscube" userId="1d3faf5b170b9d82" providerId="LiveId" clId="{96FA67A3-4091-438E-92FD-285160573DB0}" dt="2022-09-20T10:03:40.051" v="9" actId="2711"/>
        <pc:sldMkLst>
          <pc:docMk/>
          <pc:sldMk cId="2872242172" sldId="325"/>
        </pc:sldMkLst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25" creationId="{3097A9EB-3C66-4229-9998-A9E7C0D5A9AC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3:40.051" v="9" actId="2711"/>
          <ac:grpSpMkLst>
            <pc:docMk/>
            <pc:sldMk cId="2872242172" sldId="325"/>
            <ac:grpSpMk id="4" creationId="{DF797225-416D-703A-F8C6-D9BC82D74D7F}"/>
          </ac:grpSpMkLst>
        </pc:grpChg>
        <pc:picChg chg="mod">
          <ac:chgData name="Monika Wscube" userId="1d3faf5b170b9d82" providerId="LiveId" clId="{96FA67A3-4091-438E-92FD-285160573DB0}" dt="2022-09-20T10:03:40.051" v="9" actId="2711"/>
          <ac:picMkLst>
            <pc:docMk/>
            <pc:sldMk cId="2872242172" sldId="325"/>
            <ac:picMk id="3" creationId="{3303C70F-E3A7-B7F5-4984-3E4C29A706C6}"/>
          </ac:picMkLst>
        </pc:picChg>
        <pc:picChg chg="mod">
          <ac:chgData name="Monika Wscube" userId="1d3faf5b170b9d82" providerId="LiveId" clId="{96FA67A3-4091-438E-92FD-285160573DB0}" dt="2022-09-20T10:03:40.051" v="9" actId="2711"/>
          <ac:picMkLst>
            <pc:docMk/>
            <pc:sldMk cId="2872242172" sldId="325"/>
            <ac:picMk id="49" creationId="{00000000-0000-0000-0000-000000000000}"/>
          </ac:picMkLst>
        </pc:picChg>
      </pc:sldChg>
      <pc:sldChg chg="modSp">
        <pc:chgData name="Monika Wscube" userId="1d3faf5b170b9d82" providerId="LiveId" clId="{96FA67A3-4091-438E-92FD-285160573DB0}" dt="2022-09-20T10:04:00.966" v="11" actId="2711"/>
        <pc:sldMkLst>
          <pc:docMk/>
          <pc:sldMk cId="2603364609" sldId="326"/>
        </pc:sldMkLst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11" creationId="{682D2228-BE96-C39F-05FF-D9A6A140AA6B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4:00.966" v="11" actId="2711"/>
          <ac:grpSpMkLst>
            <pc:docMk/>
            <pc:sldMk cId="2603364609" sldId="326"/>
            <ac:grpSpMk id="3" creationId="{B4EBCEF4-772B-7EA6-1143-336CC1F60D4C}"/>
          </ac:grpSpMkLst>
        </pc:grpChg>
        <pc:picChg chg="mod">
          <ac:chgData name="Monika Wscube" userId="1d3faf5b170b9d82" providerId="LiveId" clId="{96FA67A3-4091-438E-92FD-285160573DB0}" dt="2022-09-20T10:04:00.966" v="11" actId="2711"/>
          <ac:picMkLst>
            <pc:docMk/>
            <pc:sldMk cId="2603364609" sldId="326"/>
            <ac:picMk id="12" creationId="{B3B6822E-8ADD-1B95-55F3-7D1D92AF7B48}"/>
          </ac:picMkLst>
        </pc:picChg>
        <pc:picChg chg="mod">
          <ac:chgData name="Monika Wscube" userId="1d3faf5b170b9d82" providerId="LiveId" clId="{96FA67A3-4091-438E-92FD-285160573DB0}" dt="2022-09-20T10:04:00.966" v="11" actId="2711"/>
          <ac:picMkLst>
            <pc:docMk/>
            <pc:sldMk cId="2603364609" sldId="326"/>
            <ac:picMk id="49" creationId="{00000000-0000-0000-0000-000000000000}"/>
          </ac:picMkLst>
        </pc:picChg>
      </pc:sldChg>
      <pc:sldChg chg="modSp mod">
        <pc:chgData name="Monika Wscube" userId="1d3faf5b170b9d82" providerId="LiveId" clId="{96FA67A3-4091-438E-92FD-285160573DB0}" dt="2022-09-20T10:03:51.131" v="10" actId="2711"/>
        <pc:sldMkLst>
          <pc:docMk/>
          <pc:sldMk cId="471462753" sldId="327"/>
        </pc:sldMkLst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7" creationId="{4CDF05B2-3985-D1F4-621B-60C192B646FD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8" creationId="{A63F864D-7947-23D9-1FE4-52070A78435B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9" creationId="{F3ECBD08-C9C4-F2D4-F622-46B408468B2C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1" creationId="{F7C4EE6A-0A28-97E9-FAAC-2A3F0B13BDA6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2" creationId="{F2BB18D6-6DD6-3BEC-D31E-614B11DA0BAD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3" creationId="{B3184022-F9E7-901C-1BD5-C091F1821A3F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7" creationId="{72536821-5227-31B1-D3CC-9D21C9019284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0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16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521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624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5600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7770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898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140"/>
            <a:ext cx="5112678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834527" y="11154220"/>
            <a:ext cx="25378999" cy="64948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20989494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33628432" cy="1770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880952" y="4152954"/>
            <a:ext cx="28293013" cy="2139937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30200" dirty="0"/>
              <a:t>JavaScript </a:t>
            </a:r>
            <a:r>
              <a:rPr lang="en-US" sz="30200" b="0" dirty="0"/>
              <a:t>(</a:t>
            </a:r>
            <a:r>
              <a:rPr lang="en-IN" sz="30200" b="1" dirty="0">
                <a:solidFill>
                  <a:schemeClr val="bg1"/>
                </a:solidFill>
                <a:latin typeface="Bahnschrift Light" panose="020B0502040204020203" pitchFamily="34" charset="0"/>
              </a:rPr>
              <a:t>loop)</a:t>
            </a:r>
            <a:endParaRPr lang="en-US" sz="30200" dirty="0">
              <a:solidFill>
                <a:schemeClr val="bg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0371" y="2118614"/>
            <a:ext cx="3704249" cy="40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9197" y="4953822"/>
            <a:ext cx="2695435" cy="29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678" y="22593626"/>
            <a:ext cx="3277436" cy="384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1680" y="20296861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46507" y="21044142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58" y="1067198"/>
            <a:ext cx="9840991" cy="36566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366" y="26382081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1"/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8AFEE7-35FB-75A8-BF26-E74810B3C6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29045" y="11638121"/>
            <a:ext cx="7965058" cy="5454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8823957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935861" y="115271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23900" dirty="0">
                <a:solidFill>
                  <a:schemeClr val="bg1"/>
                </a:solidFill>
                <a:latin typeface="Lexend Deca" panose="020B0604020202020204" charset="0"/>
              </a:rPr>
              <a:t>Our Agenda.</a:t>
            </a:r>
            <a:endParaRPr lang="en-IN" sz="595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3108961" y="17906774"/>
            <a:ext cx="126187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FontTx/>
              <a:buNone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What is a loop.	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EBB92-04A5-9F32-C558-96341C49E022}"/>
              </a:ext>
            </a:extLst>
          </p:cNvPr>
          <p:cNvGrpSpPr/>
          <p:nvPr/>
        </p:nvGrpSpPr>
        <p:grpSpPr>
          <a:xfrm>
            <a:off x="6398252" y="6129048"/>
            <a:ext cx="5036169" cy="10852203"/>
            <a:chOff x="7175492" y="8232168"/>
            <a:chExt cx="5036169" cy="108522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4F220F-16CD-BE5D-6340-89D11D5D1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9F1BBA-8765-D247-D32E-B1683A1B586D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1D6EC0-2614-0491-0BEC-B284DABEE50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828B14-0C10-D8A4-81A6-98908B7A052C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70816224-6284-D409-FC55-8192D5EB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AA983AAA-5EBD-FE5D-46A4-B2AA9BD81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CAD8993-179C-2C49-2680-08A1009D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0CBEC5-31AF-D227-AC27-4C6CDFDD73E1}"/>
              </a:ext>
            </a:extLst>
          </p:cNvPr>
          <p:cNvGrpSpPr/>
          <p:nvPr/>
        </p:nvGrpSpPr>
        <p:grpSpPr>
          <a:xfrm>
            <a:off x="22937478" y="6258848"/>
            <a:ext cx="5036169" cy="13947263"/>
            <a:chOff x="28227028" y="6213128"/>
            <a:chExt cx="5036169" cy="1394726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4441266-6C8B-1D87-903D-E9A7331B113F}"/>
                </a:ext>
              </a:extLst>
            </p:cNvPr>
            <p:cNvGrpSpPr/>
            <p:nvPr/>
          </p:nvGrpSpPr>
          <p:grpSpPr>
            <a:xfrm>
              <a:off x="29261894" y="12321354"/>
              <a:ext cx="1644882" cy="1118443"/>
              <a:chOff x="3416301" y="2947988"/>
              <a:chExt cx="346075" cy="234950"/>
            </a:xfrm>
          </p:grpSpPr>
          <p:sp>
            <p:nvSpPr>
              <p:cNvPr id="40" name="Freeform 36">
                <a:extLst>
                  <a:ext uri="{FF2B5EF4-FFF2-40B4-BE49-F238E27FC236}">
                    <a16:creationId xmlns:a16="http://schemas.microsoft.com/office/drawing/2014/main" id="{15214F91-C599-B05E-56FD-EC9E47B21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41" name="Freeform 37">
                <a:extLst>
                  <a:ext uri="{FF2B5EF4-FFF2-40B4-BE49-F238E27FC236}">
                    <a16:creationId xmlns:a16="http://schemas.microsoft.com/office/drawing/2014/main" id="{30FB41BF-0635-4848-A40B-A0748E940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42" name="Freeform 38">
                <a:extLst>
                  <a:ext uri="{FF2B5EF4-FFF2-40B4-BE49-F238E27FC236}">
                    <a16:creationId xmlns:a16="http://schemas.microsoft.com/office/drawing/2014/main" id="{48C9D729-AB91-B484-9056-D4BBD730A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3E43DBC-6E01-A450-92AF-C8A624BA2F3A}"/>
                </a:ext>
              </a:extLst>
            </p:cNvPr>
            <p:cNvGrpSpPr/>
            <p:nvPr/>
          </p:nvGrpSpPr>
          <p:grpSpPr>
            <a:xfrm>
              <a:off x="28227028" y="6213128"/>
              <a:ext cx="5036169" cy="5043942"/>
              <a:chOff x="9740908" y="6380768"/>
              <a:chExt cx="5036169" cy="5043942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EE1409-BBE9-8CA9-4C8D-6030D599123C}"/>
                  </a:ext>
                </a:extLst>
              </p:cNvPr>
              <p:cNvSpPr/>
              <p:nvPr/>
            </p:nvSpPr>
            <p:spPr>
              <a:xfrm>
                <a:off x="9740908" y="6380768"/>
                <a:ext cx="5036169" cy="5043942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71D8675-FCBE-0FB1-C222-6D7CD88F585C}"/>
                  </a:ext>
                </a:extLst>
              </p:cNvPr>
              <p:cNvSpPr/>
              <p:nvPr/>
            </p:nvSpPr>
            <p:spPr>
              <a:xfrm>
                <a:off x="10355669" y="6916942"/>
                <a:ext cx="3715208" cy="3720931"/>
              </a:xfrm>
              <a:prstGeom prst="ellipse">
                <a:avLst/>
              </a:prstGeom>
              <a:solidFill>
                <a:srgbClr val="8B0C3C"/>
              </a:solidFill>
              <a:ln>
                <a:noFill/>
              </a:ln>
              <a:effectLst>
                <a:outerShdw blurRad="1143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6BF025D-51B6-A3C6-211E-5E73802D2423}"/>
                </a:ext>
              </a:extLst>
            </p:cNvPr>
            <p:cNvGrpSpPr/>
            <p:nvPr/>
          </p:nvGrpSpPr>
          <p:grpSpPr>
            <a:xfrm>
              <a:off x="29917214" y="7930105"/>
              <a:ext cx="1644882" cy="12230286"/>
              <a:chOff x="11476814" y="8206554"/>
              <a:chExt cx="1644882" cy="12230286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73AABC9-4592-8EE8-203B-396D0FCC6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7561" y="10672887"/>
                <a:ext cx="0" cy="9763953"/>
              </a:xfrm>
              <a:prstGeom prst="line">
                <a:avLst/>
              </a:prstGeom>
              <a:ln w="76200">
                <a:solidFill>
                  <a:schemeClr val="tx2">
                    <a:lumMod val="1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3220670-4389-9C99-FA44-8110E6EE6A1E}"/>
                  </a:ext>
                </a:extLst>
              </p:cNvPr>
              <p:cNvGrpSpPr/>
              <p:nvPr/>
            </p:nvGrpSpPr>
            <p:grpSpPr>
              <a:xfrm>
                <a:off x="11476814" y="8206554"/>
                <a:ext cx="1644882" cy="1118443"/>
                <a:chOff x="3416301" y="2947988"/>
                <a:chExt cx="346075" cy="234950"/>
              </a:xfrm>
            </p:grpSpPr>
            <p:sp>
              <p:nvSpPr>
                <p:cNvPr id="26" name="Freeform 36">
                  <a:extLst>
                    <a:ext uri="{FF2B5EF4-FFF2-40B4-BE49-F238E27FC236}">
                      <a16:creationId xmlns:a16="http://schemas.microsoft.com/office/drawing/2014/main" id="{4EFD1256-10E6-3F78-545D-5058E2B55A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6001" y="2947988"/>
                  <a:ext cx="112713" cy="93663"/>
                </a:xfrm>
                <a:custGeom>
                  <a:avLst/>
                  <a:gdLst>
                    <a:gd name="T0" fmla="*/ 71 w 71"/>
                    <a:gd name="T1" fmla="*/ 14 h 59"/>
                    <a:gd name="T2" fmla="*/ 56 w 71"/>
                    <a:gd name="T3" fmla="*/ 0 h 59"/>
                    <a:gd name="T4" fmla="*/ 0 w 71"/>
                    <a:gd name="T5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1" h="59">
                      <a:moveTo>
                        <a:pt x="71" y="14"/>
                      </a:moveTo>
                      <a:lnTo>
                        <a:pt x="56" y="0"/>
                      </a:lnTo>
                      <a:lnTo>
                        <a:pt x="0" y="59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27" name="Freeform 37">
                  <a:extLst>
                    <a:ext uri="{FF2B5EF4-FFF2-40B4-BE49-F238E27FC236}">
                      <a16:creationId xmlns:a16="http://schemas.microsoft.com/office/drawing/2014/main" id="{04A75D6D-614E-0E8C-4F2B-48200A8171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6301" y="3057525"/>
                  <a:ext cx="98425" cy="125413"/>
                </a:xfrm>
                <a:custGeom>
                  <a:avLst/>
                  <a:gdLst>
                    <a:gd name="T0" fmla="*/ 40 w 62"/>
                    <a:gd name="T1" fmla="*/ 12 h 79"/>
                    <a:gd name="T2" fmla="*/ 26 w 62"/>
                    <a:gd name="T3" fmla="*/ 0 h 79"/>
                    <a:gd name="T4" fmla="*/ 0 w 62"/>
                    <a:gd name="T5" fmla="*/ 26 h 79"/>
                    <a:gd name="T6" fmla="*/ 52 w 62"/>
                    <a:gd name="T7" fmla="*/ 79 h 79"/>
                    <a:gd name="T8" fmla="*/ 62 w 62"/>
                    <a:gd name="T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40" y="12"/>
                      </a:moveTo>
                      <a:lnTo>
                        <a:pt x="26" y="0"/>
                      </a:lnTo>
                      <a:lnTo>
                        <a:pt x="0" y="26"/>
                      </a:lnTo>
                      <a:lnTo>
                        <a:pt x="52" y="79"/>
                      </a:lnTo>
                      <a:lnTo>
                        <a:pt x="62" y="67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28" name="Freeform 38">
                  <a:extLst>
                    <a:ext uri="{FF2B5EF4-FFF2-40B4-BE49-F238E27FC236}">
                      <a16:creationId xmlns:a16="http://schemas.microsoft.com/office/drawing/2014/main" id="{714CB9C1-9783-015E-5203-9CE77F8D7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0913" y="2947988"/>
                  <a:ext cx="271463" cy="234950"/>
                </a:xfrm>
                <a:custGeom>
                  <a:avLst/>
                  <a:gdLst>
                    <a:gd name="T0" fmla="*/ 145 w 171"/>
                    <a:gd name="T1" fmla="*/ 0 h 148"/>
                    <a:gd name="T2" fmla="*/ 52 w 171"/>
                    <a:gd name="T3" fmla="*/ 95 h 148"/>
                    <a:gd name="T4" fmla="*/ 26 w 171"/>
                    <a:gd name="T5" fmla="*/ 69 h 148"/>
                    <a:gd name="T6" fmla="*/ 0 w 171"/>
                    <a:gd name="T7" fmla="*/ 95 h 148"/>
                    <a:gd name="T8" fmla="*/ 52 w 171"/>
                    <a:gd name="T9" fmla="*/ 148 h 148"/>
                    <a:gd name="T10" fmla="*/ 171 w 171"/>
                    <a:gd name="T11" fmla="*/ 26 h 148"/>
                    <a:gd name="T12" fmla="*/ 145 w 171"/>
                    <a:gd name="T13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1" h="148">
                      <a:moveTo>
                        <a:pt x="145" y="0"/>
                      </a:moveTo>
                      <a:lnTo>
                        <a:pt x="52" y="95"/>
                      </a:lnTo>
                      <a:lnTo>
                        <a:pt x="26" y="69"/>
                      </a:lnTo>
                      <a:lnTo>
                        <a:pt x="0" y="95"/>
                      </a:lnTo>
                      <a:lnTo>
                        <a:pt x="52" y="148"/>
                      </a:lnTo>
                      <a:lnTo>
                        <a:pt x="171" y="26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0839F32-6AEB-449D-6A13-07C6068C7ECF}"/>
              </a:ext>
            </a:extLst>
          </p:cNvPr>
          <p:cNvSpPr txBox="1"/>
          <p:nvPr/>
        </p:nvSpPr>
        <p:spPr>
          <a:xfrm>
            <a:off x="18824734" y="21274814"/>
            <a:ext cx="13261657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FontTx/>
              <a:buNone/>
            </a:pPr>
            <a:r>
              <a:rPr lang="en-IN" sz="11500" b="1" dirty="0">
                <a:solidFill>
                  <a:srgbClr val="C10037"/>
                </a:solidFill>
                <a:latin typeface="Lexend Deca" panose="020B0604020202020204" charset="0"/>
              </a:rPr>
              <a:t>Diagram to understand  for loop.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9FB8025-781D-116A-9FF9-CFAF04E04D21}"/>
              </a:ext>
            </a:extLst>
          </p:cNvPr>
          <p:cNvGrpSpPr/>
          <p:nvPr/>
        </p:nvGrpSpPr>
        <p:grpSpPr>
          <a:xfrm>
            <a:off x="38295572" y="6113809"/>
            <a:ext cx="5036169" cy="10634952"/>
            <a:chOff x="7175492" y="8232168"/>
            <a:chExt cx="5036169" cy="1085220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AADCDBB-1E6D-08A2-E750-10FA222CA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BD2D51B-95D7-E791-F94B-EC62ED7CAACC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F077487-807F-63DB-6098-2810215D637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710B115-8435-FF1B-488C-A881D544D340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61" name="Freeform 36">
                <a:extLst>
                  <a:ext uri="{FF2B5EF4-FFF2-40B4-BE49-F238E27FC236}">
                    <a16:creationId xmlns:a16="http://schemas.microsoft.com/office/drawing/2014/main" id="{C4D6D400-EAAB-897B-3BDA-426E2A57A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62" name="Freeform 37">
                <a:extLst>
                  <a:ext uri="{FF2B5EF4-FFF2-40B4-BE49-F238E27FC236}">
                    <a16:creationId xmlns:a16="http://schemas.microsoft.com/office/drawing/2014/main" id="{DE3A1CB4-96DB-6361-E527-93736911E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63" name="Freeform 38">
                <a:extLst>
                  <a:ext uri="{FF2B5EF4-FFF2-40B4-BE49-F238E27FC236}">
                    <a16:creationId xmlns:a16="http://schemas.microsoft.com/office/drawing/2014/main" id="{E73450AD-AD83-D50E-BF15-4204322F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0308D55-1FB3-D304-E266-8238D519A7A8}"/>
              </a:ext>
            </a:extLst>
          </p:cNvPr>
          <p:cNvSpPr txBox="1"/>
          <p:nvPr/>
        </p:nvSpPr>
        <p:spPr>
          <a:xfrm>
            <a:off x="35463480" y="18363974"/>
            <a:ext cx="1171956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FontTx/>
              <a:buNone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Types Of Loop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7B39C4-603C-5A77-D10F-A7ABFD545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63011" y="4572000"/>
            <a:ext cx="51190035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14767560" y="868680"/>
            <a:ext cx="19385280" cy="246814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What is loop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432641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F4E5E-5214-DC7F-8883-A2939BD7762D}"/>
              </a:ext>
            </a:extLst>
          </p:cNvPr>
          <p:cNvSpPr txBox="1"/>
          <p:nvPr/>
        </p:nvSpPr>
        <p:spPr>
          <a:xfrm>
            <a:off x="3532505" y="8716328"/>
            <a:ext cx="410464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A loop is used to repeat a block of code until the specified condition is met.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8F083A-CA5C-3C2A-2901-4A8C4132779B}"/>
              </a:ext>
            </a:extLst>
          </p:cNvPr>
          <p:cNvSpPr txBox="1"/>
          <p:nvPr/>
        </p:nvSpPr>
        <p:spPr>
          <a:xfrm>
            <a:off x="3380105" y="17530128"/>
            <a:ext cx="4110627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When similar task is needed to be done again and again.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227E95-1D96-26BE-93B6-3C63B4D45CB4}"/>
              </a:ext>
            </a:extLst>
          </p:cNvPr>
          <p:cNvSpPr txBox="1"/>
          <p:nvPr/>
        </p:nvSpPr>
        <p:spPr>
          <a:xfrm>
            <a:off x="3430905" y="13580458"/>
            <a:ext cx="4110627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Save time and leads to code reusability.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5F884-13E5-EF23-1724-C564C20F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5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931920"/>
            <a:ext cx="51180020" cy="24871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273431" y="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3800" b="1" dirty="0">
                <a:solidFill>
                  <a:schemeClr val="bg1"/>
                </a:solidFill>
                <a:latin typeface="Lexend Deca" panose="020B0604020202020204" charset="0"/>
              </a:rPr>
              <a:t>Diagram to understand for loop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3840480"/>
            <a:ext cx="51127025" cy="5029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D1934-55F2-667E-4ADA-355E4E7F68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320" y="5349240"/>
            <a:ext cx="40142160" cy="2148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6ED523-D24B-5D83-E1BD-F57D9B54F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4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375466"/>
            <a:ext cx="51180020" cy="24428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14767560" y="868680"/>
            <a:ext cx="19385280" cy="246814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Types Of Loop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4216400"/>
            <a:ext cx="51127025" cy="35080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F4E5E-5214-DC7F-8883-A2939BD7762D}"/>
              </a:ext>
            </a:extLst>
          </p:cNvPr>
          <p:cNvSpPr txBox="1"/>
          <p:nvPr/>
        </p:nvSpPr>
        <p:spPr>
          <a:xfrm>
            <a:off x="3756751" y="11908375"/>
            <a:ext cx="410464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6600" b="1" dirty="0">
                <a:solidFill>
                  <a:schemeClr val="tx1"/>
                </a:solidFill>
                <a:latin typeface="Lexend Deca" panose="020B0604020202020204" charset="0"/>
              </a:rPr>
              <a:t>while Loop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8F083A-CA5C-3C2A-2901-4A8C4132779B}"/>
              </a:ext>
            </a:extLst>
          </p:cNvPr>
          <p:cNvSpPr txBox="1"/>
          <p:nvPr/>
        </p:nvSpPr>
        <p:spPr>
          <a:xfrm>
            <a:off x="3668530" y="7360063"/>
            <a:ext cx="4110627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16600" b="1" dirty="0">
                <a:solidFill>
                  <a:schemeClr val="tx1"/>
                </a:solidFill>
                <a:latin typeface="Lexend Deca" panose="020B0604020202020204" charset="0"/>
              </a:rPr>
              <a:t>for Loop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227E95-1D96-26BE-93B6-3C63B4D45CB4}"/>
              </a:ext>
            </a:extLst>
          </p:cNvPr>
          <p:cNvSpPr txBox="1"/>
          <p:nvPr/>
        </p:nvSpPr>
        <p:spPr>
          <a:xfrm>
            <a:off x="3756751" y="17285461"/>
            <a:ext cx="4110627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6600" b="1" dirty="0">
                <a:solidFill>
                  <a:schemeClr val="tx1"/>
                </a:solidFill>
                <a:latin typeface="Lexend Deca" panose="020B0604020202020204" charset="0"/>
              </a:rPr>
              <a:t>do-while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5F884-13E5-EF23-1724-C564C20F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3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44BDF5-AA20-6FFF-E804-6CD4F64F9816}"/>
              </a:ext>
            </a:extLst>
          </p:cNvPr>
          <p:cNvSpPr/>
          <p:nvPr/>
        </p:nvSpPr>
        <p:spPr>
          <a:xfrm>
            <a:off x="-52995" y="3494306"/>
            <a:ext cx="51180020" cy="25309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35883704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for loop in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3854" y="307975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89334-F3E4-7227-E128-FF5F3B9C9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7AE751A-CE52-0654-CDA9-8E5D7338F84D}"/>
              </a:ext>
            </a:extLst>
          </p:cNvPr>
          <p:cNvGrpSpPr/>
          <p:nvPr/>
        </p:nvGrpSpPr>
        <p:grpSpPr>
          <a:xfrm>
            <a:off x="8848788" y="6393972"/>
            <a:ext cx="33235066" cy="15353936"/>
            <a:chOff x="4875268" y="4227300"/>
            <a:chExt cx="33235066" cy="153539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B0F821-EB46-095E-967B-2218B4F95961}"/>
                </a:ext>
              </a:extLst>
            </p:cNvPr>
            <p:cNvSpPr txBox="1"/>
            <p:nvPr/>
          </p:nvSpPr>
          <p:spPr>
            <a:xfrm>
              <a:off x="14011697" y="4227300"/>
              <a:ext cx="8746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latin typeface="Consolas" panose="020B0609020204030204" pitchFamily="49" charset="0"/>
                </a:rPr>
                <a:t>test condition</a:t>
              </a:r>
              <a:endParaRPr lang="en-IN" dirty="0">
                <a:latin typeface="Consolas" panose="020B0609020204030204" pitchFamily="49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901FABA-7A12-91F0-C579-D2537D264EE3}"/>
                </a:ext>
              </a:extLst>
            </p:cNvPr>
            <p:cNvGrpSpPr/>
            <p:nvPr/>
          </p:nvGrpSpPr>
          <p:grpSpPr>
            <a:xfrm>
              <a:off x="4875268" y="6847157"/>
              <a:ext cx="33235066" cy="12734079"/>
              <a:chOff x="4875268" y="6847157"/>
              <a:chExt cx="33235066" cy="1273407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E44D7B9-FBC4-16B1-86D3-8B56D598FB46}"/>
                  </a:ext>
                </a:extLst>
              </p:cNvPr>
              <p:cNvSpPr/>
              <p:nvPr/>
            </p:nvSpPr>
            <p:spPr>
              <a:xfrm>
                <a:off x="4875268" y="10640327"/>
                <a:ext cx="33235066" cy="8940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1500" dirty="0">
                    <a:solidFill>
                      <a:srgbClr val="0033CC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n-US" sz="11500" dirty="0">
                    <a:latin typeface="Consolas" panose="020B0609020204030204" pitchFamily="49" charset="0"/>
                  </a:rPr>
                  <a:t>(var </a:t>
                </a:r>
                <a:r>
                  <a:rPr lang="en-US" sz="11500" dirty="0" err="1">
                    <a:latin typeface="Consolas" panose="020B0609020204030204" pitchFamily="49" charset="0"/>
                  </a:rPr>
                  <a:t>i</a:t>
                </a:r>
                <a:r>
                  <a:rPr lang="en-US" sz="11500" dirty="0">
                    <a:latin typeface="Consolas" panose="020B0609020204030204" pitchFamily="49" charset="0"/>
                  </a:rPr>
                  <a:t> = 1; </a:t>
                </a:r>
                <a:r>
                  <a:rPr lang="en-US" sz="11500" dirty="0" err="1">
                    <a:latin typeface="Consolas" panose="020B0609020204030204" pitchFamily="49" charset="0"/>
                  </a:rPr>
                  <a:t>i</a:t>
                </a:r>
                <a:r>
                  <a:rPr lang="en-US" sz="11500" dirty="0">
                    <a:latin typeface="Consolas" panose="020B0609020204030204" pitchFamily="49" charset="0"/>
                  </a:rPr>
                  <a:t>&lt;=10 ;</a:t>
                </a:r>
                <a:r>
                  <a:rPr lang="en-US" sz="11500" dirty="0" err="1">
                    <a:latin typeface="Consolas" panose="020B0609020204030204" pitchFamily="49" charset="0"/>
                  </a:rPr>
                  <a:t>i</a:t>
                </a:r>
                <a:r>
                  <a:rPr lang="en-US" sz="11500" dirty="0">
                    <a:latin typeface="Consolas" panose="020B0609020204030204" pitchFamily="49" charset="0"/>
                  </a:rPr>
                  <a:t>++)</a:t>
                </a:r>
              </a:p>
              <a:p>
                <a:r>
                  <a:rPr lang="en-US" sz="11500" dirty="0">
                    <a:latin typeface="Consolas" panose="020B0609020204030204" pitchFamily="49" charset="0"/>
                  </a:rPr>
                  <a:t>{				</a:t>
                </a:r>
              </a:p>
              <a:p>
                <a:r>
                  <a:rPr lang="en-US" sz="1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 // Statement(s) to be executed if test</a:t>
                </a:r>
              </a:p>
              <a:p>
                <a:r>
                  <a:rPr lang="en-US" sz="1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	 //condition is true</a:t>
                </a:r>
              </a:p>
              <a:p>
                <a:r>
                  <a:rPr lang="en-US" sz="11500" dirty="0">
                    <a:latin typeface="Consolas" panose="020B0609020204030204" pitchFamily="49" charset="0"/>
                  </a:rPr>
                  <a:t>}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4227E7-C136-B528-8383-034AF7FBA6C2}"/>
                  </a:ext>
                </a:extLst>
              </p:cNvPr>
              <p:cNvSpPr txBox="1"/>
              <p:nvPr/>
            </p:nvSpPr>
            <p:spPr>
              <a:xfrm>
                <a:off x="20063537" y="6847157"/>
                <a:ext cx="1072222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dirty="0">
                    <a:latin typeface="Consolas" panose="020B0609020204030204" pitchFamily="49" charset="0"/>
                  </a:rPr>
                  <a:t>+ </a:t>
                </a:r>
                <a:r>
                  <a:rPr lang="en-US" sz="8000" dirty="0" err="1">
                    <a:latin typeface="Consolas" panose="020B0609020204030204" pitchFamily="49" charset="0"/>
                  </a:rPr>
                  <a:t>ement</a:t>
                </a:r>
                <a:r>
                  <a:rPr lang="en-US" sz="8000" dirty="0">
                    <a:latin typeface="Consolas" panose="020B0609020204030204" pitchFamily="49" charset="0"/>
                  </a:rPr>
                  <a:t>/- </a:t>
                </a:r>
                <a:r>
                  <a:rPr lang="en-US" sz="8000" dirty="0" err="1">
                    <a:latin typeface="Consolas" panose="020B0609020204030204" pitchFamily="49" charset="0"/>
                  </a:rPr>
                  <a:t>ement</a:t>
                </a:r>
                <a:endParaRPr lang="en-IN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9F3313-A763-0C63-9773-CC35287E42F8}"/>
                  </a:ext>
                </a:extLst>
              </p:cNvPr>
              <p:cNvSpPr txBox="1"/>
              <p:nvPr/>
            </p:nvSpPr>
            <p:spPr>
              <a:xfrm>
                <a:off x="5950075" y="6867859"/>
                <a:ext cx="801667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dirty="0">
                    <a:latin typeface="Consolas" panose="020B0609020204030204" pitchFamily="49" charset="0"/>
                  </a:rPr>
                  <a:t>initialization</a:t>
                </a:r>
                <a:endParaRPr lang="en-IN" dirty="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E2A3B146-DBD3-E374-B0A9-B7D9754290B5}"/>
              </a:ext>
            </a:extLst>
          </p:cNvPr>
          <p:cNvSpPr/>
          <p:nvPr/>
        </p:nvSpPr>
        <p:spPr>
          <a:xfrm>
            <a:off x="13017534" y="10485982"/>
            <a:ext cx="334774" cy="24697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72FFE10F-A158-DAD5-CDD8-FD38015DE906}"/>
              </a:ext>
            </a:extLst>
          </p:cNvPr>
          <p:cNvSpPr/>
          <p:nvPr/>
        </p:nvSpPr>
        <p:spPr>
          <a:xfrm>
            <a:off x="21774245" y="7666227"/>
            <a:ext cx="334775" cy="50073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BFB03D2-9AC0-3290-D883-C90E7547A816}"/>
              </a:ext>
            </a:extLst>
          </p:cNvPr>
          <p:cNvSpPr/>
          <p:nvPr/>
        </p:nvSpPr>
        <p:spPr>
          <a:xfrm>
            <a:off x="27693923" y="10357970"/>
            <a:ext cx="334775" cy="2407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431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44BDF5-AA20-6FFF-E804-6CD4F64F9816}"/>
              </a:ext>
            </a:extLst>
          </p:cNvPr>
          <p:cNvSpPr/>
          <p:nvPr/>
        </p:nvSpPr>
        <p:spPr>
          <a:xfrm>
            <a:off x="-165361" y="3494307"/>
            <a:ext cx="51180020" cy="25309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35883704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for loop in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3854" y="307975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89334-F3E4-7227-E128-FF5F3B9C9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E45FACF-AA4D-B37D-75EA-3D2136F658DA}"/>
              </a:ext>
            </a:extLst>
          </p:cNvPr>
          <p:cNvGrpSpPr/>
          <p:nvPr/>
        </p:nvGrpSpPr>
        <p:grpSpPr>
          <a:xfrm>
            <a:off x="8807116" y="8558688"/>
            <a:ext cx="33235066" cy="12887029"/>
            <a:chOff x="8848788" y="10890945"/>
            <a:chExt cx="33235066" cy="1288702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7AE751A-CE52-0654-CDA9-8E5D7338F84D}"/>
                </a:ext>
              </a:extLst>
            </p:cNvPr>
            <p:cNvGrpSpPr/>
            <p:nvPr/>
          </p:nvGrpSpPr>
          <p:grpSpPr>
            <a:xfrm>
              <a:off x="8848788" y="10890945"/>
              <a:ext cx="33235066" cy="12887029"/>
              <a:chOff x="4875268" y="8724273"/>
              <a:chExt cx="33235066" cy="1288702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B0F821-EB46-095E-967B-2218B4F95961}"/>
                  </a:ext>
                </a:extLst>
              </p:cNvPr>
              <p:cNvSpPr txBox="1"/>
              <p:nvPr/>
            </p:nvSpPr>
            <p:spPr>
              <a:xfrm>
                <a:off x="19682128" y="10773438"/>
                <a:ext cx="87461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b="1" dirty="0">
                    <a:latin typeface="Consolas" panose="020B0609020204030204" pitchFamily="49" charset="0"/>
                  </a:rPr>
                  <a:t>test condition</a:t>
                </a:r>
                <a:endParaRPr lang="en-IN" dirty="0">
                  <a:latin typeface="Consolas" panose="020B0609020204030204" pitchFamily="49" charset="0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901FABA-7A12-91F0-C579-D2537D264EE3}"/>
                  </a:ext>
                </a:extLst>
              </p:cNvPr>
              <p:cNvGrpSpPr/>
              <p:nvPr/>
            </p:nvGrpSpPr>
            <p:grpSpPr>
              <a:xfrm>
                <a:off x="4875268" y="8724273"/>
                <a:ext cx="33235066" cy="12887029"/>
                <a:chOff x="4875268" y="8724273"/>
                <a:chExt cx="33235066" cy="12887029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6E44D7B9-FBC4-16B1-86D3-8B56D598FB46}"/>
                    </a:ext>
                  </a:extLst>
                </p:cNvPr>
                <p:cNvSpPr/>
                <p:nvPr/>
              </p:nvSpPr>
              <p:spPr>
                <a:xfrm>
                  <a:off x="4875268" y="9130962"/>
                  <a:ext cx="33235066" cy="1248034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1500" dirty="0">
                      <a:latin typeface="Consolas" panose="020B0609020204030204" pitchFamily="49" charset="0"/>
                    </a:rPr>
                    <a:t>var </a:t>
                  </a:r>
                  <a:r>
                    <a:rPr lang="en-US" sz="11500" dirty="0" err="1">
                      <a:latin typeface="Consolas" panose="020B0609020204030204" pitchFamily="49" charset="0"/>
                    </a:rPr>
                    <a:t>i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 = 1;</a:t>
                  </a:r>
                </a:p>
                <a:p>
                  <a:r>
                    <a:rPr lang="en-US" sz="11500" dirty="0">
                      <a:solidFill>
                        <a:srgbClr val="0033CC"/>
                      </a:solidFill>
                      <a:latin typeface="Consolas" panose="020B0609020204030204" pitchFamily="49" charset="0"/>
                    </a:rPr>
                    <a:t>while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(</a:t>
                  </a:r>
                  <a:r>
                    <a:rPr lang="en-US" sz="11500" dirty="0" err="1">
                      <a:latin typeface="Consolas" panose="020B0609020204030204" pitchFamily="49" charset="0"/>
                    </a:rPr>
                    <a:t>i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&lt;=10)</a:t>
                  </a:r>
                </a:p>
                <a:p>
                  <a:r>
                    <a:rPr lang="en-US" sz="11500" dirty="0">
                      <a:latin typeface="Consolas" panose="020B0609020204030204" pitchFamily="49" charset="0"/>
                    </a:rPr>
                    <a:t>{				</a:t>
                  </a:r>
                </a:p>
                <a:p>
                  <a:r>
                    <a:rPr lang="en-US" sz="11500" dirty="0">
                      <a:solidFill>
                        <a:srgbClr val="00B050"/>
                      </a:solidFill>
                      <a:latin typeface="Consolas" panose="020B0609020204030204" pitchFamily="49" charset="0"/>
                    </a:rPr>
                    <a:t>  // Statement(s) to be executed if test</a:t>
                  </a:r>
                </a:p>
                <a:p>
                  <a:r>
                    <a:rPr lang="en-US" sz="11500" dirty="0">
                      <a:solidFill>
                        <a:srgbClr val="00B050"/>
                      </a:solidFill>
                      <a:latin typeface="Consolas" panose="020B0609020204030204" pitchFamily="49" charset="0"/>
                    </a:rPr>
                    <a:t>	 //condition is true</a:t>
                  </a:r>
                </a:p>
                <a:p>
                  <a:r>
                    <a:rPr lang="en-US" sz="11500" dirty="0">
                      <a:solidFill>
                        <a:srgbClr val="00B050"/>
                      </a:solidFill>
                      <a:latin typeface="Consolas" panose="020B0609020204030204" pitchFamily="49" charset="0"/>
                    </a:rPr>
                    <a:t>		</a:t>
                  </a:r>
                  <a:r>
                    <a:rPr lang="en-US" sz="11500" dirty="0" err="1">
                      <a:latin typeface="Consolas" panose="020B0609020204030204" pitchFamily="49" charset="0"/>
                    </a:rPr>
                    <a:t>i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++;</a:t>
                  </a:r>
                </a:p>
                <a:p>
                  <a:r>
                    <a:rPr lang="en-US" sz="11500" dirty="0">
                      <a:latin typeface="Consolas" panose="020B0609020204030204" pitchFamily="49" charset="0"/>
                    </a:rPr>
                    <a:t>}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14227E7-C136-B528-8383-034AF7FBA6C2}"/>
                    </a:ext>
                  </a:extLst>
                </p:cNvPr>
                <p:cNvSpPr txBox="1"/>
                <p:nvPr/>
              </p:nvSpPr>
              <p:spPr>
                <a:xfrm>
                  <a:off x="13581310" y="18095244"/>
                  <a:ext cx="10722223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0" dirty="0">
                      <a:latin typeface="Consolas" panose="020B0609020204030204" pitchFamily="49" charset="0"/>
                    </a:rPr>
                    <a:t>+ </a:t>
                  </a:r>
                  <a:r>
                    <a:rPr lang="en-US" sz="8000" dirty="0" err="1">
                      <a:latin typeface="Consolas" panose="020B0609020204030204" pitchFamily="49" charset="0"/>
                    </a:rPr>
                    <a:t>ement</a:t>
                  </a:r>
                  <a:r>
                    <a:rPr lang="en-US" sz="8000" dirty="0">
                      <a:latin typeface="Consolas" panose="020B0609020204030204" pitchFamily="49" charset="0"/>
                    </a:rPr>
                    <a:t>/- </a:t>
                  </a:r>
                  <a:r>
                    <a:rPr lang="en-US" sz="8000" dirty="0" err="1">
                      <a:latin typeface="Consolas" panose="020B0609020204030204" pitchFamily="49" charset="0"/>
                    </a:rPr>
                    <a:t>ement</a:t>
                  </a:r>
                  <a:endParaRPr lang="en-IN" sz="80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99F3313-A763-0C63-9773-CC35287E42F8}"/>
                    </a:ext>
                  </a:extLst>
                </p:cNvPr>
                <p:cNvSpPr txBox="1"/>
                <p:nvPr/>
              </p:nvSpPr>
              <p:spPr>
                <a:xfrm>
                  <a:off x="16740403" y="8724273"/>
                  <a:ext cx="8016679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0" dirty="0">
                      <a:latin typeface="Consolas" panose="020B0609020204030204" pitchFamily="49" charset="0"/>
                    </a:rPr>
                    <a:t>initialization</a:t>
                  </a:r>
                  <a:endParaRPr lang="en-IN" dirty="0">
                    <a:latin typeface="Consolas" panose="020B0609020204030204" pitchFamily="49" charset="0"/>
                  </a:endParaRPr>
                </a:p>
              </p:txBody>
            </p:sp>
          </p:grpSp>
        </p:grp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E2A3B146-DBD3-E374-B0A9-B7D9754290B5}"/>
                </a:ext>
              </a:extLst>
            </p:cNvPr>
            <p:cNvSpPr/>
            <p:nvPr/>
          </p:nvSpPr>
          <p:spPr>
            <a:xfrm rot="5400000">
              <a:off x="18622308" y="10822151"/>
              <a:ext cx="334774" cy="246973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72FFE10F-A158-DAD5-CDD8-FD38015DE906}"/>
                </a:ext>
              </a:extLst>
            </p:cNvPr>
            <p:cNvSpPr/>
            <p:nvPr/>
          </p:nvSpPr>
          <p:spPr>
            <a:xfrm rot="5400000">
              <a:off x="21161037" y="11893189"/>
              <a:ext cx="334773" cy="408105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Arrow: Down 33">
              <a:extLst>
                <a:ext uri="{FF2B5EF4-FFF2-40B4-BE49-F238E27FC236}">
                  <a16:creationId xmlns:a16="http://schemas.microsoft.com/office/drawing/2014/main" id="{ABFB03D2-9AC0-3290-D883-C90E7547A816}"/>
                </a:ext>
              </a:extLst>
            </p:cNvPr>
            <p:cNvSpPr/>
            <p:nvPr/>
          </p:nvSpPr>
          <p:spPr>
            <a:xfrm rot="5400000">
              <a:off x="15651643" y="19867981"/>
              <a:ext cx="296593" cy="24079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6191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44BDF5-AA20-6FFF-E804-6CD4F64F9816}"/>
              </a:ext>
            </a:extLst>
          </p:cNvPr>
          <p:cNvSpPr/>
          <p:nvPr/>
        </p:nvSpPr>
        <p:spPr>
          <a:xfrm>
            <a:off x="-52995" y="3706613"/>
            <a:ext cx="51180020" cy="25309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35883704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do-while loop in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26498" y="3578600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3854" y="307975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89334-F3E4-7227-E128-FF5F3B9C9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901FABA-7A12-91F0-C579-D2537D264EE3}"/>
              </a:ext>
            </a:extLst>
          </p:cNvPr>
          <p:cNvGrpSpPr/>
          <p:nvPr/>
        </p:nvGrpSpPr>
        <p:grpSpPr>
          <a:xfrm>
            <a:off x="8075738" y="8664841"/>
            <a:ext cx="33235066" cy="12480340"/>
            <a:chOff x="3962232" y="8724273"/>
            <a:chExt cx="33235066" cy="124803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44D7B9-FBC4-16B1-86D3-8B56D598FB46}"/>
                </a:ext>
              </a:extLst>
            </p:cNvPr>
            <p:cNvSpPr/>
            <p:nvPr/>
          </p:nvSpPr>
          <p:spPr>
            <a:xfrm>
              <a:off x="3962232" y="8724273"/>
              <a:ext cx="33235066" cy="124803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500" dirty="0">
                  <a:solidFill>
                    <a:srgbClr val="0033CC"/>
                  </a:solidFill>
                  <a:latin typeface="Consolas" panose="020B0609020204030204" pitchFamily="49" charset="0"/>
                </a:rPr>
                <a:t>var</a:t>
              </a:r>
              <a:r>
                <a:rPr lang="en-US" sz="11500" dirty="0">
                  <a:latin typeface="Consolas" panose="020B0609020204030204" pitchFamily="49" charset="0"/>
                </a:rPr>
                <a:t> </a:t>
              </a:r>
              <a:r>
                <a:rPr lang="en-US" sz="11500" dirty="0" err="1">
                  <a:latin typeface="Consolas" panose="020B0609020204030204" pitchFamily="49" charset="0"/>
                </a:rPr>
                <a:t>i</a:t>
              </a:r>
              <a:r>
                <a:rPr lang="en-US" sz="11500" dirty="0">
                  <a:latin typeface="Consolas" panose="020B0609020204030204" pitchFamily="49" charset="0"/>
                </a:rPr>
                <a:t> = 1;</a:t>
              </a:r>
            </a:p>
            <a:p>
              <a:r>
                <a:rPr lang="en-US" sz="11500" dirty="0">
                  <a:solidFill>
                    <a:srgbClr val="0033CC"/>
                  </a:solidFill>
                  <a:latin typeface="Consolas" panose="020B0609020204030204" pitchFamily="49" charset="0"/>
                </a:rPr>
                <a:t>do</a:t>
              </a:r>
              <a:endParaRPr lang="en-US" sz="11500" dirty="0">
                <a:latin typeface="Consolas" panose="020B0609020204030204" pitchFamily="49" charset="0"/>
              </a:endParaRPr>
            </a:p>
            <a:p>
              <a:r>
                <a:rPr lang="en-US" sz="11500" dirty="0">
                  <a:latin typeface="Consolas" panose="020B0609020204030204" pitchFamily="49" charset="0"/>
                </a:rPr>
                <a:t>{				</a:t>
              </a:r>
            </a:p>
            <a:p>
              <a:r>
                <a:rPr lang="en-US" sz="115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  // Statement(s) to be executed if test</a:t>
              </a:r>
            </a:p>
            <a:p>
              <a:r>
                <a:rPr lang="en-US" sz="115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	 //condition is true</a:t>
              </a:r>
            </a:p>
            <a:p>
              <a:r>
                <a:rPr lang="en-US" sz="115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		</a:t>
              </a:r>
              <a:r>
                <a:rPr lang="en-US" sz="11500" dirty="0" err="1">
                  <a:latin typeface="Consolas" panose="020B0609020204030204" pitchFamily="49" charset="0"/>
                </a:rPr>
                <a:t>i</a:t>
              </a:r>
              <a:r>
                <a:rPr lang="en-US" sz="11500" dirty="0">
                  <a:latin typeface="Consolas" panose="020B0609020204030204" pitchFamily="49" charset="0"/>
                </a:rPr>
                <a:t>++;</a:t>
              </a:r>
            </a:p>
            <a:p>
              <a:r>
                <a:rPr lang="en-US" sz="11500" dirty="0">
                  <a:latin typeface="Consolas" panose="020B0609020204030204" pitchFamily="49" charset="0"/>
                </a:rPr>
                <a:t>}</a:t>
              </a:r>
              <a:r>
                <a:rPr lang="en-US" sz="11500" dirty="0">
                  <a:solidFill>
                    <a:srgbClr val="0033CC"/>
                  </a:solidFill>
                  <a:latin typeface="Consolas" panose="020B0609020204030204" pitchFamily="49" charset="0"/>
                </a:rPr>
                <a:t>while</a:t>
              </a:r>
              <a:r>
                <a:rPr lang="en-US" sz="11500" dirty="0">
                  <a:latin typeface="Consolas" panose="020B0609020204030204" pitchFamily="49" charset="0"/>
                </a:rPr>
                <a:t>(</a:t>
              </a:r>
              <a:r>
                <a:rPr lang="en-US" sz="11500" dirty="0" err="1">
                  <a:latin typeface="Consolas" panose="020B0609020204030204" pitchFamily="49" charset="0"/>
                </a:rPr>
                <a:t>i</a:t>
              </a:r>
              <a:r>
                <a:rPr lang="en-US" sz="11500" dirty="0">
                  <a:latin typeface="Consolas" panose="020B0609020204030204" pitchFamily="49" charset="0"/>
                </a:rPr>
                <a:t>&lt;=10)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4227E7-C136-B528-8383-034AF7FBA6C2}"/>
                </a:ext>
              </a:extLst>
            </p:cNvPr>
            <p:cNvSpPr txBox="1"/>
            <p:nvPr/>
          </p:nvSpPr>
          <p:spPr>
            <a:xfrm>
              <a:off x="13581310" y="18095244"/>
              <a:ext cx="1072222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latin typeface="Consolas" panose="020B0609020204030204" pitchFamily="49" charset="0"/>
                </a:rPr>
                <a:t>+ </a:t>
              </a:r>
              <a:r>
                <a:rPr lang="en-US" sz="8000" dirty="0" err="1">
                  <a:latin typeface="Consolas" panose="020B0609020204030204" pitchFamily="49" charset="0"/>
                </a:rPr>
                <a:t>ement</a:t>
              </a:r>
              <a:r>
                <a:rPr lang="en-US" sz="8000" dirty="0">
                  <a:latin typeface="Consolas" panose="020B0609020204030204" pitchFamily="49" charset="0"/>
                </a:rPr>
                <a:t>/- </a:t>
              </a:r>
              <a:r>
                <a:rPr lang="en-US" sz="8000" dirty="0" err="1">
                  <a:latin typeface="Consolas" panose="020B0609020204030204" pitchFamily="49" charset="0"/>
                </a:rPr>
                <a:t>ement</a:t>
              </a:r>
              <a:endParaRPr lang="en-IN" sz="8000" dirty="0">
                <a:latin typeface="Consolas" panose="020B0609020204030204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9F3313-A763-0C63-9773-CC35287E42F8}"/>
                </a:ext>
              </a:extLst>
            </p:cNvPr>
            <p:cNvSpPr txBox="1"/>
            <p:nvPr/>
          </p:nvSpPr>
          <p:spPr>
            <a:xfrm>
              <a:off x="16571425" y="9122471"/>
              <a:ext cx="801667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latin typeface="Consolas" panose="020B0609020204030204" pitchFamily="49" charset="0"/>
                </a:rPr>
                <a:t>initialization</a:t>
              </a:r>
              <a:endParaRPr lang="en-IN" dirty="0">
                <a:latin typeface="Consolas" panose="020B0609020204030204" pitchFamily="49" charset="0"/>
              </a:endParaRPr>
            </a:p>
          </p:txBody>
        </p:sp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E2A3B146-DBD3-E374-B0A9-B7D9754290B5}"/>
              </a:ext>
            </a:extLst>
          </p:cNvPr>
          <p:cNvSpPr/>
          <p:nvPr/>
        </p:nvSpPr>
        <p:spPr>
          <a:xfrm rot="5400000">
            <a:off x="18580636" y="8489894"/>
            <a:ext cx="334774" cy="24697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BFB03D2-9AC0-3290-D883-C90E7547A816}"/>
              </a:ext>
            </a:extLst>
          </p:cNvPr>
          <p:cNvSpPr/>
          <p:nvPr/>
        </p:nvSpPr>
        <p:spPr>
          <a:xfrm rot="5400000">
            <a:off x="15609971" y="17535724"/>
            <a:ext cx="296593" cy="2407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B35B9-A211-194B-E620-59C8B7D7ADC5}"/>
              </a:ext>
            </a:extLst>
          </p:cNvPr>
          <p:cNvSpPr txBox="1"/>
          <p:nvPr/>
        </p:nvSpPr>
        <p:spPr>
          <a:xfrm>
            <a:off x="22675601" y="19553396"/>
            <a:ext cx="8746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Consolas" panose="020B0609020204030204" pitchFamily="49" charset="0"/>
              </a:rPr>
              <a:t>test condition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E1B3C0C-E7EB-21AD-1520-C2310B72798E}"/>
              </a:ext>
            </a:extLst>
          </p:cNvPr>
          <p:cNvSpPr/>
          <p:nvPr/>
        </p:nvSpPr>
        <p:spPr>
          <a:xfrm rot="5400000">
            <a:off x="20668511" y="19011165"/>
            <a:ext cx="370796" cy="2407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57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94375" cy="29032926"/>
          </a:xfrm>
          <a:custGeom>
            <a:avLst/>
            <a:gdLst>
              <a:gd name="connsiteX0" fmla="*/ 0 w 5158409"/>
              <a:gd name="connsiteY0" fmla="*/ 0 h 5143451"/>
              <a:gd name="connsiteX1" fmla="*/ 5158409 w 5158409"/>
              <a:gd name="connsiteY1" fmla="*/ 0 h 5143451"/>
              <a:gd name="connsiteX2" fmla="*/ 5158409 w 5158409"/>
              <a:gd name="connsiteY2" fmla="*/ 5143451 h 5143451"/>
              <a:gd name="connsiteX3" fmla="*/ 0 w 5158409"/>
              <a:gd name="connsiteY3" fmla="*/ 5143451 h 5143451"/>
              <a:gd name="connsiteX4" fmla="*/ 0 w 5158409"/>
              <a:gd name="connsiteY4" fmla="*/ 0 h 5143451"/>
              <a:gd name="connsiteX0" fmla="*/ 0 w 5685183"/>
              <a:gd name="connsiteY0" fmla="*/ 0 h 5163329"/>
              <a:gd name="connsiteX1" fmla="*/ 5158409 w 5685183"/>
              <a:gd name="connsiteY1" fmla="*/ 0 h 5163329"/>
              <a:gd name="connsiteX2" fmla="*/ 5685183 w 5685183"/>
              <a:gd name="connsiteY2" fmla="*/ 5163329 h 5163329"/>
              <a:gd name="connsiteX3" fmla="*/ 0 w 5685183"/>
              <a:gd name="connsiteY3" fmla="*/ 5143451 h 5163329"/>
              <a:gd name="connsiteX4" fmla="*/ 0 w 5685183"/>
              <a:gd name="connsiteY4" fmla="*/ 0 h 5163329"/>
              <a:gd name="connsiteX0" fmla="*/ 0 w 5685183"/>
              <a:gd name="connsiteY0" fmla="*/ 9918 h 5173247"/>
              <a:gd name="connsiteX1" fmla="*/ 5379442 w 5685183"/>
              <a:gd name="connsiteY1" fmla="*/ 0 h 5173247"/>
              <a:gd name="connsiteX2" fmla="*/ 5685183 w 5685183"/>
              <a:gd name="connsiteY2" fmla="*/ 5173247 h 5173247"/>
              <a:gd name="connsiteX3" fmla="*/ 0 w 5685183"/>
              <a:gd name="connsiteY3" fmla="*/ 5153369 h 5173247"/>
              <a:gd name="connsiteX4" fmla="*/ 0 w 5685183"/>
              <a:gd name="connsiteY4" fmla="*/ 9918 h 51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5183" h="5173247">
                <a:moveTo>
                  <a:pt x="0" y="9918"/>
                </a:moveTo>
                <a:lnTo>
                  <a:pt x="5379442" y="0"/>
                </a:lnTo>
                <a:lnTo>
                  <a:pt x="5685183" y="5173247"/>
                </a:lnTo>
                <a:lnTo>
                  <a:pt x="0" y="5153369"/>
                </a:lnTo>
                <a:lnTo>
                  <a:pt x="0" y="99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sp>
        <p:nvSpPr>
          <p:cNvPr id="352" name="Google Shape;352;p35"/>
          <p:cNvSpPr txBox="1">
            <a:spLocks noGrp="1"/>
          </p:cNvSpPr>
          <p:nvPr>
            <p:ph type="subTitle" idx="4294967295"/>
          </p:nvPr>
        </p:nvSpPr>
        <p:spPr>
          <a:xfrm>
            <a:off x="4128572" y="14630400"/>
            <a:ext cx="25154877" cy="1307883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wscubetech.india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www.wscubetech.com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</a:rPr>
              <a:t>Subscribe To Get Notified about New Videos 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6475" y="13134416"/>
            <a:ext cx="17731886" cy="1058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2392" y="8844564"/>
            <a:ext cx="3067957" cy="894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60854" y="1377636"/>
            <a:ext cx="7155211" cy="8390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3337;p69"/>
          <p:cNvGrpSpPr/>
          <p:nvPr/>
        </p:nvGrpSpPr>
        <p:grpSpPr>
          <a:xfrm>
            <a:off x="1826418" y="24093693"/>
            <a:ext cx="1745068" cy="1381223"/>
            <a:chOff x="3476576" y="2633631"/>
            <a:chExt cx="417024" cy="293244"/>
          </a:xfrm>
          <a:solidFill>
            <a:srgbClr val="00AAFD"/>
          </a:solidFill>
        </p:grpSpPr>
        <p:sp>
          <p:nvSpPr>
            <p:cNvPr id="13" name="Google Shape;13338;p69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13339;p69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5" name="Google Shape;13360;p69"/>
          <p:cNvSpPr/>
          <p:nvPr/>
        </p:nvSpPr>
        <p:spPr>
          <a:xfrm>
            <a:off x="1869024" y="15986137"/>
            <a:ext cx="1745068" cy="142539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6" name="Google Shape;13349;p69"/>
          <p:cNvSpPr/>
          <p:nvPr/>
        </p:nvSpPr>
        <p:spPr>
          <a:xfrm>
            <a:off x="1829066" y="18531911"/>
            <a:ext cx="1614605" cy="1617112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7" name="Google Shape;11330;p63"/>
          <p:cNvSpPr/>
          <p:nvPr/>
        </p:nvSpPr>
        <p:spPr>
          <a:xfrm>
            <a:off x="1871666" y="21412182"/>
            <a:ext cx="1614605" cy="161677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pic>
        <p:nvPicPr>
          <p:cNvPr id="19" name="Picture 18" descr="WsCube-Tech-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8786" y="1735387"/>
            <a:ext cx="19639890" cy="7214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4087</TotalTime>
  <Words>285</Words>
  <Application>Microsoft Office PowerPoint</Application>
  <PresentationFormat>Custom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Lexend Deca</vt:lpstr>
      <vt:lpstr>Muli</vt:lpstr>
      <vt:lpstr>Bahnschrift Light</vt:lpstr>
      <vt:lpstr>Consolas</vt:lpstr>
      <vt:lpstr>Arial</vt:lpstr>
      <vt:lpstr>Aliena template</vt:lpstr>
      <vt:lpstr>JavaScript (loop)</vt:lpstr>
      <vt:lpstr>Our Agenda.</vt:lpstr>
      <vt:lpstr>What is loop ?</vt:lpstr>
      <vt:lpstr>Diagram to understand for loop ?</vt:lpstr>
      <vt:lpstr>Types Of Loop</vt:lpstr>
      <vt:lpstr>for loop in JavaScript ?</vt:lpstr>
      <vt:lpstr>for loop in JavaScript ?</vt:lpstr>
      <vt:lpstr>do-while loop in JavaScript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-1   Networking Concept</dc:title>
  <dc:creator>v2r-Akib</dc:creator>
  <cp:lastModifiedBy>Bhagirath</cp:lastModifiedBy>
  <cp:revision>250</cp:revision>
  <dcterms:modified xsi:type="dcterms:W3CDTF">2022-12-09T06:52:45Z</dcterms:modified>
</cp:coreProperties>
</file>