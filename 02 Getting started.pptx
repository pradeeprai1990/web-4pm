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306" r:id="rId3"/>
    <p:sldId id="311" r:id="rId4"/>
    <p:sldId id="308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278" r:id="rId14"/>
  </p:sldIdLst>
  <p:sldSz cx="51127025" cy="28803600"/>
  <p:notesSz cx="6858000" cy="9144000"/>
  <p:embeddedFontLst>
    <p:embeddedFont>
      <p:font typeface="Bahnschrift Light" panose="020B0502040204020203" pitchFamily="34" charset="0"/>
      <p:regular r:id="rId16"/>
    </p:embeddedFont>
    <p:embeddedFont>
      <p:font typeface="Lexend Deca" pitchFamily="2" charset="0"/>
      <p:regular r:id="rId17"/>
      <p:bold r:id="rId18"/>
    </p:embeddedFont>
    <p:embeddedFont>
      <p:font typeface="Muli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049" userDrawn="1">
          <p15:clr>
            <a:srgbClr val="A4A3A4"/>
          </p15:clr>
        </p15:guide>
        <p15:guide id="2" pos="161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28C8"/>
    <a:srgbClr val="D20B8C"/>
    <a:srgbClr val="1E9F9F"/>
    <a:srgbClr val="21272F"/>
    <a:srgbClr val="11C2BA"/>
    <a:srgbClr val="F75431"/>
    <a:srgbClr val="C10037"/>
    <a:srgbClr val="0042A5"/>
    <a:srgbClr val="0070BB"/>
    <a:srgbClr val="663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714C06-38BB-4A42-BE0A-AC698649DFCB}">
  <a:tblStyle styleId="{28714C06-38BB-4A42-BE0A-AC698649DF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C819C40-AFEB-4EFE-8A8C-DA0982023F7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61" autoAdjust="0"/>
  </p:normalViewPr>
  <p:slideViewPr>
    <p:cSldViewPr snapToGrid="0">
      <p:cViewPr varScale="1">
        <p:scale>
          <a:sx n="18" d="100"/>
          <a:sy n="18" d="100"/>
        </p:scale>
        <p:origin x="1008" y="125"/>
      </p:cViewPr>
      <p:guideLst>
        <p:guide orient="horz" pos="9049"/>
        <p:guide pos="161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BD8F77-13A1-49B9-AC70-02C54D9C9BB2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B8AE1393-37D7-487C-8FC1-735F14CE51C5}">
      <dgm:prSet phldrT="[Text]" custT="1"/>
      <dgm:spPr/>
      <dgm:t>
        <a:bodyPr/>
        <a:lstStyle/>
        <a:p>
          <a:r>
            <a:rPr lang="en-US" sz="8800" b="1" dirty="0">
              <a:latin typeface="Bahnschrift Light" panose="020B0502040204020203" pitchFamily="34" charset="0"/>
            </a:rPr>
            <a:t>Variables are containers which hold reusable data.</a:t>
          </a:r>
          <a:endParaRPr lang="en-IN" sz="8800" b="1" dirty="0">
            <a:latin typeface="Bahnschrift Light" panose="020B0502040204020203" pitchFamily="34" charset="0"/>
          </a:endParaRPr>
        </a:p>
      </dgm:t>
    </dgm:pt>
    <dgm:pt modelId="{CF306272-4211-4767-A50D-9F75CAF9D82C}" type="parTrans" cxnId="{2BCC3E96-8205-4CF2-B6D8-7896A23AECD4}">
      <dgm:prSet/>
      <dgm:spPr/>
      <dgm:t>
        <a:bodyPr/>
        <a:lstStyle/>
        <a:p>
          <a:endParaRPr lang="en-IN"/>
        </a:p>
      </dgm:t>
    </dgm:pt>
    <dgm:pt modelId="{00BA73C7-B41B-4A6C-99BF-E6AA205032BF}" type="sibTrans" cxnId="{2BCC3E96-8205-4CF2-B6D8-7896A23AECD4}">
      <dgm:prSet/>
      <dgm:spPr/>
      <dgm:t>
        <a:bodyPr/>
        <a:lstStyle/>
        <a:p>
          <a:endParaRPr lang="en-IN" sz="8800"/>
        </a:p>
      </dgm:t>
    </dgm:pt>
    <dgm:pt modelId="{BEF3B245-3FBA-427E-9F7C-BC6FF39BFA5A}">
      <dgm:prSet phldrT="[Text]" custT="1"/>
      <dgm:spPr/>
      <dgm:t>
        <a:bodyPr/>
        <a:lstStyle/>
        <a:p>
          <a:r>
            <a:rPr lang="en-US" sz="8800" b="1" dirty="0">
              <a:latin typeface="Bahnschrift Light" panose="020B0502040204020203" pitchFamily="34" charset="0"/>
            </a:rPr>
            <a:t> It is the basic unit of storage in a program.</a:t>
          </a:r>
          <a:endParaRPr lang="en-IN" sz="8800" b="1" dirty="0">
            <a:latin typeface="Bahnschrift Light" panose="020B0502040204020203" pitchFamily="34" charset="0"/>
          </a:endParaRPr>
        </a:p>
      </dgm:t>
    </dgm:pt>
    <dgm:pt modelId="{5CC214BD-36A1-40D9-85BC-25009CA58D67}" type="parTrans" cxnId="{761C2CE8-F5B7-449C-9918-FE70E21A2CA2}">
      <dgm:prSet/>
      <dgm:spPr/>
      <dgm:t>
        <a:bodyPr/>
        <a:lstStyle/>
        <a:p>
          <a:endParaRPr lang="en-IN"/>
        </a:p>
      </dgm:t>
    </dgm:pt>
    <dgm:pt modelId="{2AA271C5-3664-4427-B3F4-ABC3DC513972}" type="sibTrans" cxnId="{761C2CE8-F5B7-449C-9918-FE70E21A2CA2}">
      <dgm:prSet/>
      <dgm:spPr/>
      <dgm:t>
        <a:bodyPr/>
        <a:lstStyle/>
        <a:p>
          <a:endParaRPr lang="en-IN"/>
        </a:p>
      </dgm:t>
    </dgm:pt>
    <dgm:pt modelId="{95BED4D0-059A-4B5D-8B03-43062035ADE1}">
      <dgm:prSet phldrT="[Text]" custT="1"/>
      <dgm:spPr/>
      <dgm:t>
        <a:bodyPr/>
        <a:lstStyle/>
        <a:p>
          <a:r>
            <a:rPr lang="en-US" sz="8800" b="1" dirty="0">
              <a:latin typeface="Bahnschrift Light" panose="020B0502040204020203" pitchFamily="34" charset="0"/>
            </a:rPr>
            <a:t>The value stored in a variable can be changed during program execution.</a:t>
          </a:r>
          <a:endParaRPr lang="en-IN" sz="8800" b="1" dirty="0">
            <a:latin typeface="Bahnschrift Light" panose="020B0502040204020203" pitchFamily="34" charset="0"/>
          </a:endParaRPr>
        </a:p>
      </dgm:t>
    </dgm:pt>
    <dgm:pt modelId="{2C65B0C9-639B-47E0-812F-A9F3C8A56C4C}" type="parTrans" cxnId="{AFCE7471-6D82-4B47-9542-A33BFF17E12B}">
      <dgm:prSet/>
      <dgm:spPr/>
      <dgm:t>
        <a:bodyPr/>
        <a:lstStyle/>
        <a:p>
          <a:endParaRPr lang="en-IN"/>
        </a:p>
      </dgm:t>
    </dgm:pt>
    <dgm:pt modelId="{0FB777CA-B155-47D6-9CAF-B4EAD88DEE4A}" type="sibTrans" cxnId="{AFCE7471-6D82-4B47-9542-A33BFF17E12B}">
      <dgm:prSet/>
      <dgm:spPr/>
      <dgm:t>
        <a:bodyPr/>
        <a:lstStyle/>
        <a:p>
          <a:endParaRPr lang="en-IN"/>
        </a:p>
      </dgm:t>
    </dgm:pt>
    <dgm:pt modelId="{2F12B268-EF5C-4AD8-BF50-4363421972D9}" type="pres">
      <dgm:prSet presAssocID="{B4BD8F77-13A1-49B9-AC70-02C54D9C9BB2}" presName="Name0" presStyleCnt="0">
        <dgm:presLayoutVars>
          <dgm:chMax val="7"/>
          <dgm:chPref val="7"/>
          <dgm:dir/>
        </dgm:presLayoutVars>
      </dgm:prSet>
      <dgm:spPr/>
    </dgm:pt>
    <dgm:pt modelId="{A517DED4-26BA-4641-AC89-575700CD8054}" type="pres">
      <dgm:prSet presAssocID="{B4BD8F77-13A1-49B9-AC70-02C54D9C9BB2}" presName="Name1" presStyleCnt="0"/>
      <dgm:spPr/>
    </dgm:pt>
    <dgm:pt modelId="{D1EDD2FA-F743-4ABD-AFC9-9F991C0DC5AC}" type="pres">
      <dgm:prSet presAssocID="{B4BD8F77-13A1-49B9-AC70-02C54D9C9BB2}" presName="cycle" presStyleCnt="0"/>
      <dgm:spPr/>
    </dgm:pt>
    <dgm:pt modelId="{9894C655-3166-47CC-8097-173175805A2F}" type="pres">
      <dgm:prSet presAssocID="{B4BD8F77-13A1-49B9-AC70-02C54D9C9BB2}" presName="srcNode" presStyleLbl="node1" presStyleIdx="0" presStyleCnt="3"/>
      <dgm:spPr/>
    </dgm:pt>
    <dgm:pt modelId="{7073DB35-4B65-4911-8D07-F932C41BE36C}" type="pres">
      <dgm:prSet presAssocID="{B4BD8F77-13A1-49B9-AC70-02C54D9C9BB2}" presName="conn" presStyleLbl="parChTrans1D2" presStyleIdx="0" presStyleCnt="1" custScaleX="72763" custScaleY="86290" custLinFactNeighborX="12842" custLinFactNeighborY="-1369"/>
      <dgm:spPr/>
    </dgm:pt>
    <dgm:pt modelId="{BCD6C9CE-12AF-4F40-9193-3D6AF70FDCF0}" type="pres">
      <dgm:prSet presAssocID="{B4BD8F77-13A1-49B9-AC70-02C54D9C9BB2}" presName="extraNode" presStyleLbl="node1" presStyleIdx="0" presStyleCnt="3"/>
      <dgm:spPr/>
    </dgm:pt>
    <dgm:pt modelId="{86B26A85-7AD1-41D1-B33A-CC68BDCCCCAF}" type="pres">
      <dgm:prSet presAssocID="{B4BD8F77-13A1-49B9-AC70-02C54D9C9BB2}" presName="dstNode" presStyleLbl="node1" presStyleIdx="0" presStyleCnt="3"/>
      <dgm:spPr/>
    </dgm:pt>
    <dgm:pt modelId="{EFAD5EB2-860A-4DD8-8206-95CD7D49D4BC}" type="pres">
      <dgm:prSet presAssocID="{B8AE1393-37D7-487C-8FC1-735F14CE51C5}" presName="text_1" presStyleLbl="node1" presStyleIdx="0" presStyleCnt="3">
        <dgm:presLayoutVars>
          <dgm:bulletEnabled val="1"/>
        </dgm:presLayoutVars>
      </dgm:prSet>
      <dgm:spPr/>
    </dgm:pt>
    <dgm:pt modelId="{CDF27162-0DD9-4083-A28B-E01BA8E159A8}" type="pres">
      <dgm:prSet presAssocID="{B8AE1393-37D7-487C-8FC1-735F14CE51C5}" presName="accent_1" presStyleCnt="0"/>
      <dgm:spPr/>
    </dgm:pt>
    <dgm:pt modelId="{65922907-1189-4F4A-98C4-A28BF4CA24DF}" type="pres">
      <dgm:prSet presAssocID="{B8AE1393-37D7-487C-8FC1-735F14CE51C5}" presName="accentRepeatNode" presStyleLbl="solidFgAcc1" presStyleIdx="0" presStyleCnt="3"/>
      <dgm:spPr/>
    </dgm:pt>
    <dgm:pt modelId="{EFD7FA82-5D24-48FA-A25E-12B63D5AEC4D}" type="pres">
      <dgm:prSet presAssocID="{BEF3B245-3FBA-427E-9F7C-BC6FF39BFA5A}" presName="text_2" presStyleLbl="node1" presStyleIdx="1" presStyleCnt="3">
        <dgm:presLayoutVars>
          <dgm:bulletEnabled val="1"/>
        </dgm:presLayoutVars>
      </dgm:prSet>
      <dgm:spPr/>
    </dgm:pt>
    <dgm:pt modelId="{36DEF34D-EDD9-4A9C-ABC0-D140876616A5}" type="pres">
      <dgm:prSet presAssocID="{BEF3B245-3FBA-427E-9F7C-BC6FF39BFA5A}" presName="accent_2" presStyleCnt="0"/>
      <dgm:spPr/>
    </dgm:pt>
    <dgm:pt modelId="{99B8387D-8C8B-4AB3-BA86-C1ABB908FAAF}" type="pres">
      <dgm:prSet presAssocID="{BEF3B245-3FBA-427E-9F7C-BC6FF39BFA5A}" presName="accentRepeatNode" presStyleLbl="solidFgAcc1" presStyleIdx="1" presStyleCnt="3"/>
      <dgm:spPr/>
    </dgm:pt>
    <dgm:pt modelId="{A102537D-450D-4B1D-8CFB-27E1C2166280}" type="pres">
      <dgm:prSet presAssocID="{95BED4D0-059A-4B5D-8B03-43062035ADE1}" presName="text_3" presStyleLbl="node1" presStyleIdx="2" presStyleCnt="3">
        <dgm:presLayoutVars>
          <dgm:bulletEnabled val="1"/>
        </dgm:presLayoutVars>
      </dgm:prSet>
      <dgm:spPr/>
    </dgm:pt>
    <dgm:pt modelId="{50AB9034-EAC7-4BFF-A17A-04D38D7649EF}" type="pres">
      <dgm:prSet presAssocID="{95BED4D0-059A-4B5D-8B03-43062035ADE1}" presName="accent_3" presStyleCnt="0"/>
      <dgm:spPr/>
    </dgm:pt>
    <dgm:pt modelId="{A28E1D6A-6115-452E-9E55-7AC1B68611D2}" type="pres">
      <dgm:prSet presAssocID="{95BED4D0-059A-4B5D-8B03-43062035ADE1}" presName="accentRepeatNode" presStyleLbl="solidFgAcc1" presStyleIdx="2" presStyleCnt="3"/>
      <dgm:spPr/>
    </dgm:pt>
  </dgm:ptLst>
  <dgm:cxnLst>
    <dgm:cxn modelId="{594CCB32-EDFB-4D29-872E-963A4D1C7CF5}" type="presOf" srcId="{95BED4D0-059A-4B5D-8B03-43062035ADE1}" destId="{A102537D-450D-4B1D-8CFB-27E1C2166280}" srcOrd="0" destOrd="0" presId="urn:microsoft.com/office/officeart/2008/layout/VerticalCurvedList"/>
    <dgm:cxn modelId="{839D8036-15BA-45EB-940A-07A57F54BA5C}" type="presOf" srcId="{B8AE1393-37D7-487C-8FC1-735F14CE51C5}" destId="{EFAD5EB2-860A-4DD8-8206-95CD7D49D4BC}" srcOrd="0" destOrd="0" presId="urn:microsoft.com/office/officeart/2008/layout/VerticalCurvedList"/>
    <dgm:cxn modelId="{AFCE7471-6D82-4B47-9542-A33BFF17E12B}" srcId="{B4BD8F77-13A1-49B9-AC70-02C54D9C9BB2}" destId="{95BED4D0-059A-4B5D-8B03-43062035ADE1}" srcOrd="2" destOrd="0" parTransId="{2C65B0C9-639B-47E0-812F-A9F3C8A56C4C}" sibTransId="{0FB777CA-B155-47D6-9CAF-B4EAD88DEE4A}"/>
    <dgm:cxn modelId="{9FE53B55-202F-4161-82A9-85B814F04CD8}" type="presOf" srcId="{00BA73C7-B41B-4A6C-99BF-E6AA205032BF}" destId="{7073DB35-4B65-4911-8D07-F932C41BE36C}" srcOrd="0" destOrd="0" presId="urn:microsoft.com/office/officeart/2008/layout/VerticalCurvedList"/>
    <dgm:cxn modelId="{2BCC3E96-8205-4CF2-B6D8-7896A23AECD4}" srcId="{B4BD8F77-13A1-49B9-AC70-02C54D9C9BB2}" destId="{B8AE1393-37D7-487C-8FC1-735F14CE51C5}" srcOrd="0" destOrd="0" parTransId="{CF306272-4211-4767-A50D-9F75CAF9D82C}" sibTransId="{00BA73C7-B41B-4A6C-99BF-E6AA205032BF}"/>
    <dgm:cxn modelId="{8E0F329C-D7C9-4C9E-9C91-2443587B50D1}" type="presOf" srcId="{BEF3B245-3FBA-427E-9F7C-BC6FF39BFA5A}" destId="{EFD7FA82-5D24-48FA-A25E-12B63D5AEC4D}" srcOrd="0" destOrd="0" presId="urn:microsoft.com/office/officeart/2008/layout/VerticalCurvedList"/>
    <dgm:cxn modelId="{38D9C5DC-101B-46B2-B1F5-7F77CA9BB680}" type="presOf" srcId="{B4BD8F77-13A1-49B9-AC70-02C54D9C9BB2}" destId="{2F12B268-EF5C-4AD8-BF50-4363421972D9}" srcOrd="0" destOrd="0" presId="urn:microsoft.com/office/officeart/2008/layout/VerticalCurvedList"/>
    <dgm:cxn modelId="{761C2CE8-F5B7-449C-9918-FE70E21A2CA2}" srcId="{B4BD8F77-13A1-49B9-AC70-02C54D9C9BB2}" destId="{BEF3B245-3FBA-427E-9F7C-BC6FF39BFA5A}" srcOrd="1" destOrd="0" parTransId="{5CC214BD-36A1-40D9-85BC-25009CA58D67}" sibTransId="{2AA271C5-3664-4427-B3F4-ABC3DC513972}"/>
    <dgm:cxn modelId="{4142241F-7875-4ABC-9173-57C9C3D0D419}" type="presParOf" srcId="{2F12B268-EF5C-4AD8-BF50-4363421972D9}" destId="{A517DED4-26BA-4641-AC89-575700CD8054}" srcOrd="0" destOrd="0" presId="urn:microsoft.com/office/officeart/2008/layout/VerticalCurvedList"/>
    <dgm:cxn modelId="{38A0AAC2-20E8-400D-BE44-7642CDC742BE}" type="presParOf" srcId="{A517DED4-26BA-4641-AC89-575700CD8054}" destId="{D1EDD2FA-F743-4ABD-AFC9-9F991C0DC5AC}" srcOrd="0" destOrd="0" presId="urn:microsoft.com/office/officeart/2008/layout/VerticalCurvedList"/>
    <dgm:cxn modelId="{DAED4625-A7D8-4E2C-AD82-ABBEB2E44711}" type="presParOf" srcId="{D1EDD2FA-F743-4ABD-AFC9-9F991C0DC5AC}" destId="{9894C655-3166-47CC-8097-173175805A2F}" srcOrd="0" destOrd="0" presId="urn:microsoft.com/office/officeart/2008/layout/VerticalCurvedList"/>
    <dgm:cxn modelId="{C031A37C-6DE5-4542-AD58-0BD49AF84CFC}" type="presParOf" srcId="{D1EDD2FA-F743-4ABD-AFC9-9F991C0DC5AC}" destId="{7073DB35-4B65-4911-8D07-F932C41BE36C}" srcOrd="1" destOrd="0" presId="urn:microsoft.com/office/officeart/2008/layout/VerticalCurvedList"/>
    <dgm:cxn modelId="{D97393B6-C8A4-40C2-B90A-E7A3886BDFEA}" type="presParOf" srcId="{D1EDD2FA-F743-4ABD-AFC9-9F991C0DC5AC}" destId="{BCD6C9CE-12AF-4F40-9193-3D6AF70FDCF0}" srcOrd="2" destOrd="0" presId="urn:microsoft.com/office/officeart/2008/layout/VerticalCurvedList"/>
    <dgm:cxn modelId="{DB9CD096-B38D-4F62-9B28-0EAD54432B91}" type="presParOf" srcId="{D1EDD2FA-F743-4ABD-AFC9-9F991C0DC5AC}" destId="{86B26A85-7AD1-41D1-B33A-CC68BDCCCCAF}" srcOrd="3" destOrd="0" presId="urn:microsoft.com/office/officeart/2008/layout/VerticalCurvedList"/>
    <dgm:cxn modelId="{F5D4D2AA-2F82-46F6-9FE8-E7486166AE32}" type="presParOf" srcId="{A517DED4-26BA-4641-AC89-575700CD8054}" destId="{EFAD5EB2-860A-4DD8-8206-95CD7D49D4BC}" srcOrd="1" destOrd="0" presId="urn:microsoft.com/office/officeart/2008/layout/VerticalCurvedList"/>
    <dgm:cxn modelId="{D9E6DB1C-ACC3-4A4A-8D5B-818A76EB3DD0}" type="presParOf" srcId="{A517DED4-26BA-4641-AC89-575700CD8054}" destId="{CDF27162-0DD9-4083-A28B-E01BA8E159A8}" srcOrd="2" destOrd="0" presId="urn:microsoft.com/office/officeart/2008/layout/VerticalCurvedList"/>
    <dgm:cxn modelId="{5F867DDF-4D1F-440B-96A0-B2F77CB8DCB1}" type="presParOf" srcId="{CDF27162-0DD9-4083-A28B-E01BA8E159A8}" destId="{65922907-1189-4F4A-98C4-A28BF4CA24DF}" srcOrd="0" destOrd="0" presId="urn:microsoft.com/office/officeart/2008/layout/VerticalCurvedList"/>
    <dgm:cxn modelId="{5A3F169C-129F-44EE-84EB-5B7A079FAB08}" type="presParOf" srcId="{A517DED4-26BA-4641-AC89-575700CD8054}" destId="{EFD7FA82-5D24-48FA-A25E-12B63D5AEC4D}" srcOrd="3" destOrd="0" presId="urn:microsoft.com/office/officeart/2008/layout/VerticalCurvedList"/>
    <dgm:cxn modelId="{8D286283-528E-4602-BB02-185BEF2CAAB7}" type="presParOf" srcId="{A517DED4-26BA-4641-AC89-575700CD8054}" destId="{36DEF34D-EDD9-4A9C-ABC0-D140876616A5}" srcOrd="4" destOrd="0" presId="urn:microsoft.com/office/officeart/2008/layout/VerticalCurvedList"/>
    <dgm:cxn modelId="{82A7CC89-563E-4CE4-9CAE-59D583D2130F}" type="presParOf" srcId="{36DEF34D-EDD9-4A9C-ABC0-D140876616A5}" destId="{99B8387D-8C8B-4AB3-BA86-C1ABB908FAAF}" srcOrd="0" destOrd="0" presId="urn:microsoft.com/office/officeart/2008/layout/VerticalCurvedList"/>
    <dgm:cxn modelId="{0F75E0C0-6E7C-45B8-AE5F-80ABB4B5BCF8}" type="presParOf" srcId="{A517DED4-26BA-4641-AC89-575700CD8054}" destId="{A102537D-450D-4B1D-8CFB-27E1C2166280}" srcOrd="5" destOrd="0" presId="urn:microsoft.com/office/officeart/2008/layout/VerticalCurvedList"/>
    <dgm:cxn modelId="{1AB6DA55-16D8-48E7-A2DD-FDF98A718D2C}" type="presParOf" srcId="{A517DED4-26BA-4641-AC89-575700CD8054}" destId="{50AB9034-EAC7-4BFF-A17A-04D38D7649EF}" srcOrd="6" destOrd="0" presId="urn:microsoft.com/office/officeart/2008/layout/VerticalCurvedList"/>
    <dgm:cxn modelId="{AB59B233-CF6A-48C3-83E5-6675F57CE624}" type="presParOf" srcId="{50AB9034-EAC7-4BFF-A17A-04D38D7649EF}" destId="{A28E1D6A-6115-452E-9E55-7AC1B68611D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DBE03B-7AB7-4B6A-B52E-AE5CAB60A9E3}" type="doc">
      <dgm:prSet loTypeId="urn:microsoft.com/office/officeart/2005/8/layout/vProcess5" loCatId="process" qsTypeId="urn:microsoft.com/office/officeart/2005/8/quickstyle/simple3" qsCatId="simple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10A28E60-90F6-463D-92C2-F07302F4152E}">
      <dgm:prSet phldrT="[Text]" custT="1"/>
      <dgm:spPr/>
      <dgm:t>
        <a:bodyPr/>
        <a:lstStyle/>
        <a:p>
          <a:r>
            <a:rPr lang="en-IN" sz="11500" b="1" i="0" dirty="0">
              <a:solidFill>
                <a:schemeClr val="tx1"/>
              </a:solidFill>
              <a:latin typeface="Bahnschrift Light" panose="020B0502040204020203" pitchFamily="34" charset="0"/>
            </a:rPr>
            <a:t>1. alert()</a:t>
          </a:r>
        </a:p>
      </dgm:t>
    </dgm:pt>
    <dgm:pt modelId="{92049569-1066-4A93-84F7-8A7C4C99072B}" type="parTrans" cxnId="{CBFD3C16-0DAE-44B4-98A2-9F6800F46286}">
      <dgm:prSet/>
      <dgm:spPr/>
      <dgm:t>
        <a:bodyPr/>
        <a:lstStyle/>
        <a:p>
          <a:endParaRPr lang="en-IN"/>
        </a:p>
      </dgm:t>
    </dgm:pt>
    <dgm:pt modelId="{FB6EEF26-6365-4E95-BFCE-79EC0CF693E0}" type="sibTrans" cxnId="{CBFD3C16-0DAE-44B4-98A2-9F6800F46286}">
      <dgm:prSet custT="1"/>
      <dgm:spPr>
        <a:solidFill>
          <a:schemeClr val="tx1">
            <a:lumMod val="25000"/>
            <a:lumOff val="75000"/>
            <a:alpha val="90000"/>
          </a:schemeClr>
        </a:solidFill>
      </dgm:spPr>
      <dgm:t>
        <a:bodyPr/>
        <a:lstStyle/>
        <a:p>
          <a:endParaRPr lang="en-IN" sz="3200" b="1" i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BFB8ECFD-E738-4376-AAF9-4751535499F5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IN" sz="11500" b="1" i="0" dirty="0">
              <a:solidFill>
                <a:schemeClr val="tx1"/>
              </a:solidFill>
              <a:latin typeface="Bahnschrift Light" panose="020B0502040204020203" pitchFamily="34" charset="0"/>
            </a:rPr>
            <a:t>2. confirm()</a:t>
          </a:r>
        </a:p>
      </dgm:t>
    </dgm:pt>
    <dgm:pt modelId="{854B206E-6628-49BE-9EA1-F8AA1B3DCCF7}" type="sibTrans" cxnId="{6A3B7AED-C34D-4BBA-9D79-11965526D2D0}">
      <dgm:prSet custT="1"/>
      <dgm:spPr>
        <a:solidFill>
          <a:schemeClr val="accent6">
            <a:lumMod val="75000"/>
            <a:alpha val="90000"/>
          </a:schemeClr>
        </a:solidFill>
      </dgm:spPr>
      <dgm:t>
        <a:bodyPr/>
        <a:lstStyle/>
        <a:p>
          <a:endParaRPr lang="en-IN" sz="3200" b="1" i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C2DAEA50-1C60-46B1-A6AC-68A86F8FE695}" type="parTrans" cxnId="{6A3B7AED-C34D-4BBA-9D79-11965526D2D0}">
      <dgm:prSet/>
      <dgm:spPr/>
      <dgm:t>
        <a:bodyPr/>
        <a:lstStyle/>
        <a:p>
          <a:endParaRPr lang="en-IN"/>
        </a:p>
      </dgm:t>
    </dgm:pt>
    <dgm:pt modelId="{A07D42A1-479A-4141-9966-68B003875067}">
      <dgm:prSet phldrT="[Text]" custT="1"/>
      <dgm:spPr>
        <a:solidFill>
          <a:schemeClr val="tx1">
            <a:lumMod val="25000"/>
            <a:lumOff val="75000"/>
          </a:schemeClr>
        </a:solidFill>
      </dgm:spPr>
      <dgm:t>
        <a:bodyPr/>
        <a:lstStyle/>
        <a:p>
          <a:r>
            <a:rPr lang="en-IN" sz="11500" b="1" i="0" dirty="0">
              <a:solidFill>
                <a:schemeClr val="tx1"/>
              </a:solidFill>
              <a:latin typeface="Bahnschrift Light" panose="020B0502040204020203" pitchFamily="34" charset="0"/>
            </a:rPr>
            <a:t>3. console.log()</a:t>
          </a:r>
        </a:p>
      </dgm:t>
    </dgm:pt>
    <dgm:pt modelId="{C41816E2-C8C5-4A81-9EEB-3DD20682CEC5}" type="sibTrans" cxnId="{CCA248B1-8F3E-438A-9864-23C57003E7B7}">
      <dgm:prSet custT="1"/>
      <dgm:spPr>
        <a:solidFill>
          <a:schemeClr val="tx1">
            <a:lumMod val="25000"/>
            <a:lumOff val="75000"/>
            <a:alpha val="90000"/>
          </a:schemeClr>
        </a:solidFill>
      </dgm:spPr>
      <dgm:t>
        <a:bodyPr/>
        <a:lstStyle/>
        <a:p>
          <a:endParaRPr lang="en-IN" sz="3200" b="1" i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FED42433-5B59-45CD-A666-2F7AC25CBD7A}" type="parTrans" cxnId="{CCA248B1-8F3E-438A-9864-23C57003E7B7}">
      <dgm:prSet/>
      <dgm:spPr/>
      <dgm:t>
        <a:bodyPr/>
        <a:lstStyle/>
        <a:p>
          <a:endParaRPr lang="en-IN"/>
        </a:p>
      </dgm:t>
    </dgm:pt>
    <dgm:pt modelId="{5E84DFFB-7AE4-4968-8BB3-0722B6E7799F}">
      <dgm:prSet phldrT="[Text]" custT="1"/>
      <dgm:spPr/>
      <dgm:t>
        <a:bodyPr/>
        <a:lstStyle/>
        <a:p>
          <a:r>
            <a:rPr lang="en-IN" sz="11500" b="1" i="0" dirty="0">
              <a:solidFill>
                <a:schemeClr val="tx1"/>
              </a:solidFill>
              <a:latin typeface="Bahnschrift Light" panose="020B0502040204020203" pitchFamily="34" charset="0"/>
            </a:rPr>
            <a:t>4. </a:t>
          </a:r>
          <a:r>
            <a:rPr lang="en-IN" sz="11500" b="1" i="0" dirty="0" err="1">
              <a:solidFill>
                <a:schemeClr val="tx1"/>
              </a:solidFill>
              <a:latin typeface="Bahnschrift Light" panose="020B0502040204020203" pitchFamily="34" charset="0"/>
            </a:rPr>
            <a:t>document.write</a:t>
          </a:r>
          <a:r>
            <a:rPr lang="en-IN" sz="11500" b="1" i="0" dirty="0">
              <a:solidFill>
                <a:schemeClr val="tx1"/>
              </a:solidFill>
              <a:latin typeface="Bahnschrift Light" panose="020B0502040204020203" pitchFamily="34" charset="0"/>
            </a:rPr>
            <a:t>()</a:t>
          </a:r>
        </a:p>
      </dgm:t>
    </dgm:pt>
    <dgm:pt modelId="{5F2B0A43-730C-4D95-BF74-3BFDE2C431B9}" type="sibTrans" cxnId="{C421DBB0-1D96-48C6-AEB7-4D5E395CD094}">
      <dgm:prSet custT="1"/>
      <dgm:spPr>
        <a:solidFill>
          <a:schemeClr val="accent6">
            <a:lumMod val="75000"/>
            <a:alpha val="90000"/>
          </a:schemeClr>
        </a:solidFill>
      </dgm:spPr>
      <dgm:t>
        <a:bodyPr/>
        <a:lstStyle/>
        <a:p>
          <a:endParaRPr lang="en-IN" sz="3200" b="1" i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B6BE3942-428C-47AB-BECE-7209A7C2ADC4}" type="parTrans" cxnId="{C421DBB0-1D96-48C6-AEB7-4D5E395CD094}">
      <dgm:prSet/>
      <dgm:spPr/>
      <dgm:t>
        <a:bodyPr/>
        <a:lstStyle/>
        <a:p>
          <a:endParaRPr lang="en-IN"/>
        </a:p>
      </dgm:t>
    </dgm:pt>
    <dgm:pt modelId="{3E5CB19E-7610-4BF1-A59F-C752C545E0FE}">
      <dgm:prSet phldrT="[Text]" custT="1"/>
      <dgm:spPr>
        <a:solidFill>
          <a:schemeClr val="tx1">
            <a:lumMod val="25000"/>
            <a:lumOff val="75000"/>
          </a:schemeClr>
        </a:solidFill>
      </dgm:spPr>
      <dgm:t>
        <a:bodyPr/>
        <a:lstStyle/>
        <a:p>
          <a:r>
            <a:rPr lang="en-IN" sz="11500" b="1" i="0" dirty="0">
              <a:solidFill>
                <a:schemeClr val="tx1"/>
              </a:solidFill>
              <a:latin typeface="Bahnschrift Light" panose="020B0502040204020203" pitchFamily="34" charset="0"/>
            </a:rPr>
            <a:t>5. prompt()</a:t>
          </a:r>
        </a:p>
      </dgm:t>
    </dgm:pt>
    <dgm:pt modelId="{C41E9CEA-86DF-4AFC-A701-6599AE07F7D4}" type="sibTrans" cxnId="{28828026-6BC1-460A-A896-28DEE354251F}">
      <dgm:prSet/>
      <dgm:spPr/>
      <dgm:t>
        <a:bodyPr/>
        <a:lstStyle/>
        <a:p>
          <a:endParaRPr lang="en-IN"/>
        </a:p>
      </dgm:t>
    </dgm:pt>
    <dgm:pt modelId="{668D3030-D169-4DC5-8314-97580627676E}" type="parTrans" cxnId="{28828026-6BC1-460A-A896-28DEE354251F}">
      <dgm:prSet/>
      <dgm:spPr/>
      <dgm:t>
        <a:bodyPr/>
        <a:lstStyle/>
        <a:p>
          <a:endParaRPr lang="en-IN"/>
        </a:p>
      </dgm:t>
    </dgm:pt>
    <dgm:pt modelId="{E7C57D0D-BAA4-4D28-8BF2-4E774B4D49DD}" type="pres">
      <dgm:prSet presAssocID="{2BDBE03B-7AB7-4B6A-B52E-AE5CAB60A9E3}" presName="outerComposite" presStyleCnt="0">
        <dgm:presLayoutVars>
          <dgm:chMax val="5"/>
          <dgm:dir/>
          <dgm:resizeHandles val="exact"/>
        </dgm:presLayoutVars>
      </dgm:prSet>
      <dgm:spPr/>
    </dgm:pt>
    <dgm:pt modelId="{083CFE9A-82A9-4F9F-8A07-D81D8E246FF5}" type="pres">
      <dgm:prSet presAssocID="{2BDBE03B-7AB7-4B6A-B52E-AE5CAB60A9E3}" presName="dummyMaxCanvas" presStyleCnt="0">
        <dgm:presLayoutVars/>
      </dgm:prSet>
      <dgm:spPr/>
    </dgm:pt>
    <dgm:pt modelId="{466A5B16-4F04-40EC-BB90-1AFF87F5F4A5}" type="pres">
      <dgm:prSet presAssocID="{2BDBE03B-7AB7-4B6A-B52E-AE5CAB60A9E3}" presName="FiveNodes_1" presStyleLbl="node1" presStyleIdx="0" presStyleCnt="5">
        <dgm:presLayoutVars>
          <dgm:bulletEnabled val="1"/>
        </dgm:presLayoutVars>
      </dgm:prSet>
      <dgm:spPr/>
    </dgm:pt>
    <dgm:pt modelId="{1ECE4F6C-BA02-4195-8AC9-3D01F53D70E3}" type="pres">
      <dgm:prSet presAssocID="{2BDBE03B-7AB7-4B6A-B52E-AE5CAB60A9E3}" presName="FiveNodes_2" presStyleLbl="node1" presStyleIdx="1" presStyleCnt="5">
        <dgm:presLayoutVars>
          <dgm:bulletEnabled val="1"/>
        </dgm:presLayoutVars>
      </dgm:prSet>
      <dgm:spPr/>
    </dgm:pt>
    <dgm:pt modelId="{75F77C75-8A52-4197-B335-9437903EEEE0}" type="pres">
      <dgm:prSet presAssocID="{2BDBE03B-7AB7-4B6A-B52E-AE5CAB60A9E3}" presName="FiveNodes_3" presStyleLbl="node1" presStyleIdx="2" presStyleCnt="5">
        <dgm:presLayoutVars>
          <dgm:bulletEnabled val="1"/>
        </dgm:presLayoutVars>
      </dgm:prSet>
      <dgm:spPr/>
    </dgm:pt>
    <dgm:pt modelId="{3E276075-4C04-4451-AAB6-32FB7A3CCBFA}" type="pres">
      <dgm:prSet presAssocID="{2BDBE03B-7AB7-4B6A-B52E-AE5CAB60A9E3}" presName="FiveNodes_4" presStyleLbl="node1" presStyleIdx="3" presStyleCnt="5">
        <dgm:presLayoutVars>
          <dgm:bulletEnabled val="1"/>
        </dgm:presLayoutVars>
      </dgm:prSet>
      <dgm:spPr/>
    </dgm:pt>
    <dgm:pt modelId="{5D16725C-F5CA-466A-99A0-DC758D9447D9}" type="pres">
      <dgm:prSet presAssocID="{2BDBE03B-7AB7-4B6A-B52E-AE5CAB60A9E3}" presName="FiveNodes_5" presStyleLbl="node1" presStyleIdx="4" presStyleCnt="5" custLinFactNeighborX="-599" custLinFactNeighborY="1909">
        <dgm:presLayoutVars>
          <dgm:bulletEnabled val="1"/>
        </dgm:presLayoutVars>
      </dgm:prSet>
      <dgm:spPr/>
    </dgm:pt>
    <dgm:pt modelId="{DEDEBEFD-34D5-4CFD-A27C-47E455CD3CAC}" type="pres">
      <dgm:prSet presAssocID="{2BDBE03B-7AB7-4B6A-B52E-AE5CAB60A9E3}" presName="FiveConn_1-2" presStyleLbl="fgAccFollowNode1" presStyleIdx="0" presStyleCnt="4">
        <dgm:presLayoutVars>
          <dgm:bulletEnabled val="1"/>
        </dgm:presLayoutVars>
      </dgm:prSet>
      <dgm:spPr/>
    </dgm:pt>
    <dgm:pt modelId="{18DB2249-6E16-4FAE-9E1B-0BD9BEB85F52}" type="pres">
      <dgm:prSet presAssocID="{2BDBE03B-7AB7-4B6A-B52E-AE5CAB60A9E3}" presName="FiveConn_2-3" presStyleLbl="fgAccFollowNode1" presStyleIdx="1" presStyleCnt="4">
        <dgm:presLayoutVars>
          <dgm:bulletEnabled val="1"/>
        </dgm:presLayoutVars>
      </dgm:prSet>
      <dgm:spPr/>
    </dgm:pt>
    <dgm:pt modelId="{4BF2F71A-F1EF-4CF6-B450-AE3C0E65808D}" type="pres">
      <dgm:prSet presAssocID="{2BDBE03B-7AB7-4B6A-B52E-AE5CAB60A9E3}" presName="FiveConn_3-4" presStyleLbl="fgAccFollowNode1" presStyleIdx="2" presStyleCnt="4">
        <dgm:presLayoutVars>
          <dgm:bulletEnabled val="1"/>
        </dgm:presLayoutVars>
      </dgm:prSet>
      <dgm:spPr/>
    </dgm:pt>
    <dgm:pt modelId="{DD249373-38F8-42D2-A880-C42BD63DEAFD}" type="pres">
      <dgm:prSet presAssocID="{2BDBE03B-7AB7-4B6A-B52E-AE5CAB60A9E3}" presName="FiveConn_4-5" presStyleLbl="fgAccFollowNode1" presStyleIdx="3" presStyleCnt="4">
        <dgm:presLayoutVars>
          <dgm:bulletEnabled val="1"/>
        </dgm:presLayoutVars>
      </dgm:prSet>
      <dgm:spPr/>
    </dgm:pt>
    <dgm:pt modelId="{84953EA9-D695-4D9A-894C-8C8F73415265}" type="pres">
      <dgm:prSet presAssocID="{2BDBE03B-7AB7-4B6A-B52E-AE5CAB60A9E3}" presName="FiveNodes_1_text" presStyleLbl="node1" presStyleIdx="4" presStyleCnt="5">
        <dgm:presLayoutVars>
          <dgm:bulletEnabled val="1"/>
        </dgm:presLayoutVars>
      </dgm:prSet>
      <dgm:spPr/>
    </dgm:pt>
    <dgm:pt modelId="{C1373A3D-9866-47DD-99DB-015AC68842AA}" type="pres">
      <dgm:prSet presAssocID="{2BDBE03B-7AB7-4B6A-B52E-AE5CAB60A9E3}" presName="FiveNodes_2_text" presStyleLbl="node1" presStyleIdx="4" presStyleCnt="5">
        <dgm:presLayoutVars>
          <dgm:bulletEnabled val="1"/>
        </dgm:presLayoutVars>
      </dgm:prSet>
      <dgm:spPr/>
    </dgm:pt>
    <dgm:pt modelId="{B08401F1-2FED-4793-B8BB-C9894C105BFD}" type="pres">
      <dgm:prSet presAssocID="{2BDBE03B-7AB7-4B6A-B52E-AE5CAB60A9E3}" presName="FiveNodes_3_text" presStyleLbl="node1" presStyleIdx="4" presStyleCnt="5">
        <dgm:presLayoutVars>
          <dgm:bulletEnabled val="1"/>
        </dgm:presLayoutVars>
      </dgm:prSet>
      <dgm:spPr/>
    </dgm:pt>
    <dgm:pt modelId="{AA2FB805-C78D-4C8B-9E4E-B77DC2F7680A}" type="pres">
      <dgm:prSet presAssocID="{2BDBE03B-7AB7-4B6A-B52E-AE5CAB60A9E3}" presName="FiveNodes_4_text" presStyleLbl="node1" presStyleIdx="4" presStyleCnt="5">
        <dgm:presLayoutVars>
          <dgm:bulletEnabled val="1"/>
        </dgm:presLayoutVars>
      </dgm:prSet>
      <dgm:spPr/>
    </dgm:pt>
    <dgm:pt modelId="{7057610C-949F-45CF-B758-E0CF92917803}" type="pres">
      <dgm:prSet presAssocID="{2BDBE03B-7AB7-4B6A-B52E-AE5CAB60A9E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954040C-F59E-4A13-9A4B-B93D3771363E}" type="presOf" srcId="{BFB8ECFD-E738-4376-AAF9-4751535499F5}" destId="{1ECE4F6C-BA02-4195-8AC9-3D01F53D70E3}" srcOrd="0" destOrd="0" presId="urn:microsoft.com/office/officeart/2005/8/layout/vProcess5"/>
    <dgm:cxn modelId="{CBFD3C16-0DAE-44B4-98A2-9F6800F46286}" srcId="{2BDBE03B-7AB7-4B6A-B52E-AE5CAB60A9E3}" destId="{10A28E60-90F6-463D-92C2-F07302F4152E}" srcOrd="0" destOrd="0" parTransId="{92049569-1066-4A93-84F7-8A7C4C99072B}" sibTransId="{FB6EEF26-6365-4E95-BFCE-79EC0CF693E0}"/>
    <dgm:cxn modelId="{28828026-6BC1-460A-A896-28DEE354251F}" srcId="{2BDBE03B-7AB7-4B6A-B52E-AE5CAB60A9E3}" destId="{3E5CB19E-7610-4BF1-A59F-C752C545E0FE}" srcOrd="4" destOrd="0" parTransId="{668D3030-D169-4DC5-8314-97580627676E}" sibTransId="{C41E9CEA-86DF-4AFC-A701-6599AE07F7D4}"/>
    <dgm:cxn modelId="{FDAF1532-7293-440F-B304-4F227470335C}" type="presOf" srcId="{2BDBE03B-7AB7-4B6A-B52E-AE5CAB60A9E3}" destId="{E7C57D0D-BAA4-4D28-8BF2-4E774B4D49DD}" srcOrd="0" destOrd="0" presId="urn:microsoft.com/office/officeart/2005/8/layout/vProcess5"/>
    <dgm:cxn modelId="{C6C5C237-5011-4157-9B74-B51E73BC55A1}" type="presOf" srcId="{854B206E-6628-49BE-9EA1-F8AA1B3DCCF7}" destId="{18DB2249-6E16-4FAE-9E1B-0BD9BEB85F52}" srcOrd="0" destOrd="0" presId="urn:microsoft.com/office/officeart/2005/8/layout/vProcess5"/>
    <dgm:cxn modelId="{04002548-46AB-4BA0-9165-8FE7BDE90061}" type="presOf" srcId="{10A28E60-90F6-463D-92C2-F07302F4152E}" destId="{466A5B16-4F04-40EC-BB90-1AFF87F5F4A5}" srcOrd="0" destOrd="0" presId="urn:microsoft.com/office/officeart/2005/8/layout/vProcess5"/>
    <dgm:cxn modelId="{ED738068-DB55-4035-8E5E-7FABC2ADCE0B}" type="presOf" srcId="{FB6EEF26-6365-4E95-BFCE-79EC0CF693E0}" destId="{DEDEBEFD-34D5-4CFD-A27C-47E455CD3CAC}" srcOrd="0" destOrd="0" presId="urn:microsoft.com/office/officeart/2005/8/layout/vProcess5"/>
    <dgm:cxn modelId="{4C47B068-5E8C-422C-8238-B4C89BE36FB0}" type="presOf" srcId="{5E84DFFB-7AE4-4968-8BB3-0722B6E7799F}" destId="{3E276075-4C04-4451-AAB6-32FB7A3CCBFA}" srcOrd="0" destOrd="0" presId="urn:microsoft.com/office/officeart/2005/8/layout/vProcess5"/>
    <dgm:cxn modelId="{99AD1C4C-83C0-4CD1-92C1-1C83365322B7}" type="presOf" srcId="{BFB8ECFD-E738-4376-AAF9-4751535499F5}" destId="{C1373A3D-9866-47DD-99DB-015AC68842AA}" srcOrd="1" destOrd="0" presId="urn:microsoft.com/office/officeart/2005/8/layout/vProcess5"/>
    <dgm:cxn modelId="{88DD378B-1546-4A7D-9486-899698D93C53}" type="presOf" srcId="{10A28E60-90F6-463D-92C2-F07302F4152E}" destId="{84953EA9-D695-4D9A-894C-8C8F73415265}" srcOrd="1" destOrd="0" presId="urn:microsoft.com/office/officeart/2005/8/layout/vProcess5"/>
    <dgm:cxn modelId="{A1FE81A0-F850-478A-919B-70E4661043AA}" type="presOf" srcId="{3E5CB19E-7610-4BF1-A59F-C752C545E0FE}" destId="{7057610C-949F-45CF-B758-E0CF92917803}" srcOrd="1" destOrd="0" presId="urn:microsoft.com/office/officeart/2005/8/layout/vProcess5"/>
    <dgm:cxn modelId="{35E05EA7-61D6-4696-B6AA-969D6758248D}" type="presOf" srcId="{5F2B0A43-730C-4D95-BF74-3BFDE2C431B9}" destId="{DD249373-38F8-42D2-A880-C42BD63DEAFD}" srcOrd="0" destOrd="0" presId="urn:microsoft.com/office/officeart/2005/8/layout/vProcess5"/>
    <dgm:cxn modelId="{C421DBB0-1D96-48C6-AEB7-4D5E395CD094}" srcId="{2BDBE03B-7AB7-4B6A-B52E-AE5CAB60A9E3}" destId="{5E84DFFB-7AE4-4968-8BB3-0722B6E7799F}" srcOrd="3" destOrd="0" parTransId="{B6BE3942-428C-47AB-BECE-7209A7C2ADC4}" sibTransId="{5F2B0A43-730C-4D95-BF74-3BFDE2C431B9}"/>
    <dgm:cxn modelId="{CCA248B1-8F3E-438A-9864-23C57003E7B7}" srcId="{2BDBE03B-7AB7-4B6A-B52E-AE5CAB60A9E3}" destId="{A07D42A1-479A-4141-9966-68B003875067}" srcOrd="2" destOrd="0" parTransId="{FED42433-5B59-45CD-A666-2F7AC25CBD7A}" sibTransId="{C41816E2-C8C5-4A81-9EEB-3DD20682CEC5}"/>
    <dgm:cxn modelId="{0CC655D7-0FB1-4C4A-A227-15156EE56D71}" type="presOf" srcId="{5E84DFFB-7AE4-4968-8BB3-0722B6E7799F}" destId="{AA2FB805-C78D-4C8B-9E4E-B77DC2F7680A}" srcOrd="1" destOrd="0" presId="urn:microsoft.com/office/officeart/2005/8/layout/vProcess5"/>
    <dgm:cxn modelId="{C1110CD8-68E1-4BA9-8D3D-5D58FFB58A40}" type="presOf" srcId="{3E5CB19E-7610-4BF1-A59F-C752C545E0FE}" destId="{5D16725C-F5CA-466A-99A0-DC758D9447D9}" srcOrd="0" destOrd="0" presId="urn:microsoft.com/office/officeart/2005/8/layout/vProcess5"/>
    <dgm:cxn modelId="{5F4F31E5-E45C-462C-8244-F2D9EF3158C5}" type="presOf" srcId="{A07D42A1-479A-4141-9966-68B003875067}" destId="{B08401F1-2FED-4793-B8BB-C9894C105BFD}" srcOrd="1" destOrd="0" presId="urn:microsoft.com/office/officeart/2005/8/layout/vProcess5"/>
    <dgm:cxn modelId="{6A3B7AED-C34D-4BBA-9D79-11965526D2D0}" srcId="{2BDBE03B-7AB7-4B6A-B52E-AE5CAB60A9E3}" destId="{BFB8ECFD-E738-4376-AAF9-4751535499F5}" srcOrd="1" destOrd="0" parTransId="{C2DAEA50-1C60-46B1-A6AC-68A86F8FE695}" sibTransId="{854B206E-6628-49BE-9EA1-F8AA1B3DCCF7}"/>
    <dgm:cxn modelId="{0D8148EE-15B9-4BE5-A5A5-F65CFC4FB8D3}" type="presOf" srcId="{C41816E2-C8C5-4A81-9EEB-3DD20682CEC5}" destId="{4BF2F71A-F1EF-4CF6-B450-AE3C0E65808D}" srcOrd="0" destOrd="0" presId="urn:microsoft.com/office/officeart/2005/8/layout/vProcess5"/>
    <dgm:cxn modelId="{15508BF7-EF76-4405-96FE-6B82446D6B12}" type="presOf" srcId="{A07D42A1-479A-4141-9966-68B003875067}" destId="{75F77C75-8A52-4197-B335-9437903EEEE0}" srcOrd="0" destOrd="0" presId="urn:microsoft.com/office/officeart/2005/8/layout/vProcess5"/>
    <dgm:cxn modelId="{3537C3EB-6352-4277-A977-B79ADAE98890}" type="presParOf" srcId="{E7C57D0D-BAA4-4D28-8BF2-4E774B4D49DD}" destId="{083CFE9A-82A9-4F9F-8A07-D81D8E246FF5}" srcOrd="0" destOrd="0" presId="urn:microsoft.com/office/officeart/2005/8/layout/vProcess5"/>
    <dgm:cxn modelId="{EDF43C3F-C6F3-4EFF-8613-488ECF6900A0}" type="presParOf" srcId="{E7C57D0D-BAA4-4D28-8BF2-4E774B4D49DD}" destId="{466A5B16-4F04-40EC-BB90-1AFF87F5F4A5}" srcOrd="1" destOrd="0" presId="urn:microsoft.com/office/officeart/2005/8/layout/vProcess5"/>
    <dgm:cxn modelId="{783432DA-75D4-41A0-8467-423C184D0083}" type="presParOf" srcId="{E7C57D0D-BAA4-4D28-8BF2-4E774B4D49DD}" destId="{1ECE4F6C-BA02-4195-8AC9-3D01F53D70E3}" srcOrd="2" destOrd="0" presId="urn:microsoft.com/office/officeart/2005/8/layout/vProcess5"/>
    <dgm:cxn modelId="{3178A5FC-93E3-46A1-AECC-42D0B971C012}" type="presParOf" srcId="{E7C57D0D-BAA4-4D28-8BF2-4E774B4D49DD}" destId="{75F77C75-8A52-4197-B335-9437903EEEE0}" srcOrd="3" destOrd="0" presId="urn:microsoft.com/office/officeart/2005/8/layout/vProcess5"/>
    <dgm:cxn modelId="{8D66285E-B570-45ED-B2C3-7AA26BEE9E5A}" type="presParOf" srcId="{E7C57D0D-BAA4-4D28-8BF2-4E774B4D49DD}" destId="{3E276075-4C04-4451-AAB6-32FB7A3CCBFA}" srcOrd="4" destOrd="0" presId="urn:microsoft.com/office/officeart/2005/8/layout/vProcess5"/>
    <dgm:cxn modelId="{4D055CC4-2C73-45CF-81CA-5E1E75909CA4}" type="presParOf" srcId="{E7C57D0D-BAA4-4D28-8BF2-4E774B4D49DD}" destId="{5D16725C-F5CA-466A-99A0-DC758D9447D9}" srcOrd="5" destOrd="0" presId="urn:microsoft.com/office/officeart/2005/8/layout/vProcess5"/>
    <dgm:cxn modelId="{0C3F1894-87DF-41C3-829A-F648CFE3D52E}" type="presParOf" srcId="{E7C57D0D-BAA4-4D28-8BF2-4E774B4D49DD}" destId="{DEDEBEFD-34D5-4CFD-A27C-47E455CD3CAC}" srcOrd="6" destOrd="0" presId="urn:microsoft.com/office/officeart/2005/8/layout/vProcess5"/>
    <dgm:cxn modelId="{8D6A1CCD-BAB0-4916-80EF-CFCDA6D2E1A1}" type="presParOf" srcId="{E7C57D0D-BAA4-4D28-8BF2-4E774B4D49DD}" destId="{18DB2249-6E16-4FAE-9E1B-0BD9BEB85F52}" srcOrd="7" destOrd="0" presId="urn:microsoft.com/office/officeart/2005/8/layout/vProcess5"/>
    <dgm:cxn modelId="{CD60A37C-68B8-4541-8AC3-5FBAD066E0F9}" type="presParOf" srcId="{E7C57D0D-BAA4-4D28-8BF2-4E774B4D49DD}" destId="{4BF2F71A-F1EF-4CF6-B450-AE3C0E65808D}" srcOrd="8" destOrd="0" presId="urn:microsoft.com/office/officeart/2005/8/layout/vProcess5"/>
    <dgm:cxn modelId="{28141349-E1E4-4044-A37F-DEDB10F704FB}" type="presParOf" srcId="{E7C57D0D-BAA4-4D28-8BF2-4E774B4D49DD}" destId="{DD249373-38F8-42D2-A880-C42BD63DEAFD}" srcOrd="9" destOrd="0" presId="urn:microsoft.com/office/officeart/2005/8/layout/vProcess5"/>
    <dgm:cxn modelId="{5AA1DFDC-C09D-4FE9-BDC7-5B59F6A23BE2}" type="presParOf" srcId="{E7C57D0D-BAA4-4D28-8BF2-4E774B4D49DD}" destId="{84953EA9-D695-4D9A-894C-8C8F73415265}" srcOrd="10" destOrd="0" presId="urn:microsoft.com/office/officeart/2005/8/layout/vProcess5"/>
    <dgm:cxn modelId="{EE195325-FBB3-40B0-A58D-B70ABFA4BC10}" type="presParOf" srcId="{E7C57D0D-BAA4-4D28-8BF2-4E774B4D49DD}" destId="{C1373A3D-9866-47DD-99DB-015AC68842AA}" srcOrd="11" destOrd="0" presId="urn:microsoft.com/office/officeart/2005/8/layout/vProcess5"/>
    <dgm:cxn modelId="{CEABA1A6-FE3F-41F7-9B0A-E6E80E645701}" type="presParOf" srcId="{E7C57D0D-BAA4-4D28-8BF2-4E774B4D49DD}" destId="{B08401F1-2FED-4793-B8BB-C9894C105BFD}" srcOrd="12" destOrd="0" presId="urn:microsoft.com/office/officeart/2005/8/layout/vProcess5"/>
    <dgm:cxn modelId="{B12D8CED-F36A-471F-AC07-5D3CFB428984}" type="presParOf" srcId="{E7C57D0D-BAA4-4D28-8BF2-4E774B4D49DD}" destId="{AA2FB805-C78D-4C8B-9E4E-B77DC2F7680A}" srcOrd="13" destOrd="0" presId="urn:microsoft.com/office/officeart/2005/8/layout/vProcess5"/>
    <dgm:cxn modelId="{92240641-DC43-478C-B63A-C4A406A42AE0}" type="presParOf" srcId="{E7C57D0D-BAA4-4D28-8BF2-4E774B4D49DD}" destId="{7057610C-949F-45CF-B758-E0CF92917803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73DB35-4B65-4911-8D07-F932C41BE36C}">
      <dsp:nvSpPr>
        <dsp:cNvPr id="0" name=""/>
        <dsp:cNvSpPr/>
      </dsp:nvSpPr>
      <dsp:spPr>
        <a:xfrm>
          <a:off x="-13693151" y="-1743528"/>
          <a:ext cx="17311083" cy="20529298"/>
        </a:xfrm>
        <a:prstGeom prst="blockArc">
          <a:avLst>
            <a:gd name="adj1" fmla="val 18900000"/>
            <a:gd name="adj2" fmla="val 2700000"/>
            <a:gd name="adj3" fmla="val 91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AD5EB2-860A-4DD8-8206-95CD7D49D4BC}">
      <dsp:nvSpPr>
        <dsp:cNvPr id="0" name=""/>
        <dsp:cNvSpPr/>
      </dsp:nvSpPr>
      <dsp:spPr>
        <a:xfrm>
          <a:off x="2455877" y="1769364"/>
          <a:ext cx="35156110" cy="35387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8865" tIns="223520" rIns="223520" bIns="223520" numCol="1" spcCol="1270" anchor="ctr" anchorCtr="0">
          <a:noAutofit/>
        </a:bodyPr>
        <a:lstStyle/>
        <a:p>
          <a:pPr marL="0" lvl="0" indent="0" algn="l" defTabSz="3911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800" b="1" kern="1200" dirty="0">
              <a:latin typeface="Bahnschrift Light" panose="020B0502040204020203" pitchFamily="34" charset="0"/>
            </a:rPr>
            <a:t>Variables are containers which hold reusable data.</a:t>
          </a:r>
          <a:endParaRPr lang="en-IN" sz="8800" b="1" kern="1200" dirty="0">
            <a:latin typeface="Bahnschrift Light" panose="020B0502040204020203" pitchFamily="34" charset="0"/>
          </a:endParaRPr>
        </a:p>
      </dsp:txBody>
      <dsp:txXfrm>
        <a:off x="2455877" y="1769364"/>
        <a:ext cx="35156110" cy="3538728"/>
      </dsp:txXfrm>
    </dsp:sp>
    <dsp:sp modelId="{65922907-1189-4F4A-98C4-A28BF4CA24DF}">
      <dsp:nvSpPr>
        <dsp:cNvPr id="0" name=""/>
        <dsp:cNvSpPr/>
      </dsp:nvSpPr>
      <dsp:spPr>
        <a:xfrm>
          <a:off x="244172" y="1327023"/>
          <a:ext cx="4423410" cy="442341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7FA82-5D24-48FA-A25E-12B63D5AEC4D}">
      <dsp:nvSpPr>
        <dsp:cNvPr id="0" name=""/>
        <dsp:cNvSpPr/>
      </dsp:nvSpPr>
      <dsp:spPr>
        <a:xfrm>
          <a:off x="3742204" y="7077456"/>
          <a:ext cx="33869782" cy="3538728"/>
        </a:xfrm>
        <a:prstGeom prst="rect">
          <a:avLst/>
        </a:prstGeom>
        <a:solidFill>
          <a:schemeClr val="accent2">
            <a:hueOff val="-1329317"/>
            <a:satOff val="0"/>
            <a:lumOff val="-166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8865" tIns="223520" rIns="223520" bIns="223520" numCol="1" spcCol="1270" anchor="ctr" anchorCtr="0">
          <a:noAutofit/>
        </a:bodyPr>
        <a:lstStyle/>
        <a:p>
          <a:pPr marL="0" lvl="0" indent="0" algn="l" defTabSz="3911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800" b="1" kern="1200" dirty="0">
              <a:latin typeface="Bahnschrift Light" panose="020B0502040204020203" pitchFamily="34" charset="0"/>
            </a:rPr>
            <a:t> It is the basic unit of storage in a program.</a:t>
          </a:r>
          <a:endParaRPr lang="en-IN" sz="8800" b="1" kern="1200" dirty="0">
            <a:latin typeface="Bahnschrift Light" panose="020B0502040204020203" pitchFamily="34" charset="0"/>
          </a:endParaRPr>
        </a:p>
      </dsp:txBody>
      <dsp:txXfrm>
        <a:off x="3742204" y="7077456"/>
        <a:ext cx="33869782" cy="3538728"/>
      </dsp:txXfrm>
    </dsp:sp>
    <dsp:sp modelId="{99B8387D-8C8B-4AB3-BA86-C1ABB908FAAF}">
      <dsp:nvSpPr>
        <dsp:cNvPr id="0" name=""/>
        <dsp:cNvSpPr/>
      </dsp:nvSpPr>
      <dsp:spPr>
        <a:xfrm>
          <a:off x="1530499" y="6635115"/>
          <a:ext cx="4423410" cy="442341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1329317"/>
              <a:satOff val="0"/>
              <a:lumOff val="-16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2537D-450D-4B1D-8CFB-27E1C2166280}">
      <dsp:nvSpPr>
        <dsp:cNvPr id="0" name=""/>
        <dsp:cNvSpPr/>
      </dsp:nvSpPr>
      <dsp:spPr>
        <a:xfrm>
          <a:off x="2455877" y="12385548"/>
          <a:ext cx="35156110" cy="3538728"/>
        </a:xfrm>
        <a:prstGeom prst="rect">
          <a:avLst/>
        </a:prstGeom>
        <a:solidFill>
          <a:schemeClr val="accent2">
            <a:hueOff val="-2658635"/>
            <a:satOff val="0"/>
            <a:lumOff val="-333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8865" tIns="223520" rIns="223520" bIns="223520" numCol="1" spcCol="1270" anchor="ctr" anchorCtr="0">
          <a:noAutofit/>
        </a:bodyPr>
        <a:lstStyle/>
        <a:p>
          <a:pPr marL="0" lvl="0" indent="0" algn="l" defTabSz="3911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800" b="1" kern="1200" dirty="0">
              <a:latin typeface="Bahnschrift Light" panose="020B0502040204020203" pitchFamily="34" charset="0"/>
            </a:rPr>
            <a:t>The value stored in a variable can be changed during program execution.</a:t>
          </a:r>
          <a:endParaRPr lang="en-IN" sz="8800" b="1" kern="1200" dirty="0">
            <a:latin typeface="Bahnschrift Light" panose="020B0502040204020203" pitchFamily="34" charset="0"/>
          </a:endParaRPr>
        </a:p>
      </dsp:txBody>
      <dsp:txXfrm>
        <a:off x="2455877" y="12385548"/>
        <a:ext cx="35156110" cy="3538728"/>
      </dsp:txXfrm>
    </dsp:sp>
    <dsp:sp modelId="{A28E1D6A-6115-452E-9E55-7AC1B68611D2}">
      <dsp:nvSpPr>
        <dsp:cNvPr id="0" name=""/>
        <dsp:cNvSpPr/>
      </dsp:nvSpPr>
      <dsp:spPr>
        <a:xfrm>
          <a:off x="244172" y="11943207"/>
          <a:ext cx="4423410" cy="442341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2658635"/>
              <a:satOff val="0"/>
              <a:lumOff val="-333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A5B16-4F04-40EC-BB90-1AFF87F5F4A5}">
      <dsp:nvSpPr>
        <dsp:cNvPr id="0" name=""/>
        <dsp:cNvSpPr/>
      </dsp:nvSpPr>
      <dsp:spPr>
        <a:xfrm>
          <a:off x="0" y="0"/>
          <a:ext cx="29410760" cy="31182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38150" tIns="438150" rIns="438150" bIns="438150" numCol="1" spcCol="1270" anchor="ctr" anchorCtr="0">
          <a:noAutofit/>
        </a:bodyPr>
        <a:lstStyle/>
        <a:p>
          <a:pPr marL="0" lvl="0" indent="0" algn="l" defTabSz="5111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500" b="1" i="0" kern="1200" dirty="0">
              <a:solidFill>
                <a:schemeClr val="tx1"/>
              </a:solidFill>
              <a:latin typeface="Bahnschrift Light" panose="020B0502040204020203" pitchFamily="34" charset="0"/>
            </a:rPr>
            <a:t>1. alert()</a:t>
          </a:r>
        </a:p>
      </dsp:txBody>
      <dsp:txXfrm>
        <a:off x="91330" y="91330"/>
        <a:ext cx="25681108" cy="2935574"/>
      </dsp:txXfrm>
    </dsp:sp>
    <dsp:sp modelId="{1ECE4F6C-BA02-4195-8AC9-3D01F53D70E3}">
      <dsp:nvSpPr>
        <dsp:cNvPr id="0" name=""/>
        <dsp:cNvSpPr/>
      </dsp:nvSpPr>
      <dsp:spPr>
        <a:xfrm>
          <a:off x="2196258" y="3551322"/>
          <a:ext cx="29410760" cy="3118234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38150" tIns="438150" rIns="438150" bIns="438150" numCol="1" spcCol="1270" anchor="ctr" anchorCtr="0">
          <a:noAutofit/>
        </a:bodyPr>
        <a:lstStyle/>
        <a:p>
          <a:pPr marL="0" lvl="0" indent="0" algn="l" defTabSz="5111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500" b="1" i="0" kern="1200" dirty="0">
              <a:solidFill>
                <a:schemeClr val="tx1"/>
              </a:solidFill>
              <a:latin typeface="Bahnschrift Light" panose="020B0502040204020203" pitchFamily="34" charset="0"/>
            </a:rPr>
            <a:t>2. confirm()</a:t>
          </a:r>
        </a:p>
      </dsp:txBody>
      <dsp:txXfrm>
        <a:off x="2287588" y="3642652"/>
        <a:ext cx="25004989" cy="2935574"/>
      </dsp:txXfrm>
    </dsp:sp>
    <dsp:sp modelId="{75F77C75-8A52-4197-B335-9437903EEEE0}">
      <dsp:nvSpPr>
        <dsp:cNvPr id="0" name=""/>
        <dsp:cNvSpPr/>
      </dsp:nvSpPr>
      <dsp:spPr>
        <a:xfrm>
          <a:off x="4392516" y="7102645"/>
          <a:ext cx="29410760" cy="3118234"/>
        </a:xfrm>
        <a:prstGeom prst="roundRect">
          <a:avLst>
            <a:gd name="adj" fmla="val 10000"/>
          </a:avLst>
        </a:prstGeom>
        <a:solidFill>
          <a:schemeClr val="tx1">
            <a:lumMod val="25000"/>
            <a:lumOff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38150" tIns="438150" rIns="438150" bIns="438150" numCol="1" spcCol="1270" anchor="ctr" anchorCtr="0">
          <a:noAutofit/>
        </a:bodyPr>
        <a:lstStyle/>
        <a:p>
          <a:pPr marL="0" lvl="0" indent="0" algn="l" defTabSz="5111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500" b="1" i="0" kern="1200" dirty="0">
              <a:solidFill>
                <a:schemeClr val="tx1"/>
              </a:solidFill>
              <a:latin typeface="Bahnschrift Light" panose="020B0502040204020203" pitchFamily="34" charset="0"/>
            </a:rPr>
            <a:t>3. console.log()</a:t>
          </a:r>
        </a:p>
      </dsp:txBody>
      <dsp:txXfrm>
        <a:off x="4483846" y="7193975"/>
        <a:ext cx="25004989" cy="2935574"/>
      </dsp:txXfrm>
    </dsp:sp>
    <dsp:sp modelId="{3E276075-4C04-4451-AAB6-32FB7A3CCBFA}">
      <dsp:nvSpPr>
        <dsp:cNvPr id="0" name=""/>
        <dsp:cNvSpPr/>
      </dsp:nvSpPr>
      <dsp:spPr>
        <a:xfrm>
          <a:off x="6588774" y="10653968"/>
          <a:ext cx="29410760" cy="31182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38150" tIns="438150" rIns="438150" bIns="438150" numCol="1" spcCol="1270" anchor="ctr" anchorCtr="0">
          <a:noAutofit/>
        </a:bodyPr>
        <a:lstStyle/>
        <a:p>
          <a:pPr marL="0" lvl="0" indent="0" algn="l" defTabSz="5111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500" b="1" i="0" kern="1200" dirty="0">
              <a:solidFill>
                <a:schemeClr val="tx1"/>
              </a:solidFill>
              <a:latin typeface="Bahnschrift Light" panose="020B0502040204020203" pitchFamily="34" charset="0"/>
            </a:rPr>
            <a:t>4. </a:t>
          </a:r>
          <a:r>
            <a:rPr lang="en-IN" sz="11500" b="1" i="0" kern="1200" dirty="0" err="1">
              <a:solidFill>
                <a:schemeClr val="tx1"/>
              </a:solidFill>
              <a:latin typeface="Bahnschrift Light" panose="020B0502040204020203" pitchFamily="34" charset="0"/>
            </a:rPr>
            <a:t>document.write</a:t>
          </a:r>
          <a:r>
            <a:rPr lang="en-IN" sz="11500" b="1" i="0" kern="1200" dirty="0">
              <a:solidFill>
                <a:schemeClr val="tx1"/>
              </a:solidFill>
              <a:latin typeface="Bahnschrift Light" panose="020B0502040204020203" pitchFamily="34" charset="0"/>
            </a:rPr>
            <a:t>()</a:t>
          </a:r>
        </a:p>
      </dsp:txBody>
      <dsp:txXfrm>
        <a:off x="6680104" y="10745298"/>
        <a:ext cx="25004989" cy="2935574"/>
      </dsp:txXfrm>
    </dsp:sp>
    <dsp:sp modelId="{5D16725C-F5CA-466A-99A0-DC758D9447D9}">
      <dsp:nvSpPr>
        <dsp:cNvPr id="0" name=""/>
        <dsp:cNvSpPr/>
      </dsp:nvSpPr>
      <dsp:spPr>
        <a:xfrm>
          <a:off x="8608861" y="14205291"/>
          <a:ext cx="29410760" cy="3118234"/>
        </a:xfrm>
        <a:prstGeom prst="roundRect">
          <a:avLst>
            <a:gd name="adj" fmla="val 10000"/>
          </a:avLst>
        </a:prstGeom>
        <a:solidFill>
          <a:schemeClr val="tx1">
            <a:lumMod val="25000"/>
            <a:lumOff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38150" tIns="438150" rIns="438150" bIns="438150" numCol="1" spcCol="1270" anchor="ctr" anchorCtr="0">
          <a:noAutofit/>
        </a:bodyPr>
        <a:lstStyle/>
        <a:p>
          <a:pPr marL="0" lvl="0" indent="0" algn="l" defTabSz="5111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500" b="1" i="0" kern="1200" dirty="0">
              <a:solidFill>
                <a:schemeClr val="tx1"/>
              </a:solidFill>
              <a:latin typeface="Bahnschrift Light" panose="020B0502040204020203" pitchFamily="34" charset="0"/>
            </a:rPr>
            <a:t>5. prompt()</a:t>
          </a:r>
        </a:p>
      </dsp:txBody>
      <dsp:txXfrm>
        <a:off x="8700191" y="14296621"/>
        <a:ext cx="25004989" cy="2935574"/>
      </dsp:txXfrm>
    </dsp:sp>
    <dsp:sp modelId="{DEDEBEFD-34D5-4CFD-A27C-47E455CD3CAC}">
      <dsp:nvSpPr>
        <dsp:cNvPr id="0" name=""/>
        <dsp:cNvSpPr/>
      </dsp:nvSpPr>
      <dsp:spPr>
        <a:xfrm>
          <a:off x="27383908" y="2278043"/>
          <a:ext cx="2026852" cy="2026852"/>
        </a:xfrm>
        <a:prstGeom prst="downArrow">
          <a:avLst>
            <a:gd name="adj1" fmla="val 55000"/>
            <a:gd name="adj2" fmla="val 45000"/>
          </a:avLst>
        </a:prstGeom>
        <a:solidFill>
          <a:schemeClr val="tx1">
            <a:lumMod val="25000"/>
            <a:lumOff val="75000"/>
            <a:alpha val="9000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200" b="1" i="0" kern="120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27839950" y="2278043"/>
        <a:ext cx="1114768" cy="1525206"/>
      </dsp:txXfrm>
    </dsp:sp>
    <dsp:sp modelId="{18DB2249-6E16-4FAE-9E1B-0BD9BEB85F52}">
      <dsp:nvSpPr>
        <dsp:cNvPr id="0" name=""/>
        <dsp:cNvSpPr/>
      </dsp:nvSpPr>
      <dsp:spPr>
        <a:xfrm>
          <a:off x="29580166" y="5829366"/>
          <a:ext cx="2026852" cy="2026852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75000"/>
            <a:alpha val="9000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200" b="1" i="0" kern="120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30036208" y="5829366"/>
        <a:ext cx="1114768" cy="1525206"/>
      </dsp:txXfrm>
    </dsp:sp>
    <dsp:sp modelId="{4BF2F71A-F1EF-4CF6-B450-AE3C0E65808D}">
      <dsp:nvSpPr>
        <dsp:cNvPr id="0" name=""/>
        <dsp:cNvSpPr/>
      </dsp:nvSpPr>
      <dsp:spPr>
        <a:xfrm>
          <a:off x="31776424" y="9328718"/>
          <a:ext cx="2026852" cy="2026852"/>
        </a:xfrm>
        <a:prstGeom prst="downArrow">
          <a:avLst>
            <a:gd name="adj1" fmla="val 55000"/>
            <a:gd name="adj2" fmla="val 45000"/>
          </a:avLst>
        </a:prstGeom>
        <a:solidFill>
          <a:schemeClr val="tx1">
            <a:lumMod val="25000"/>
            <a:lumOff val="75000"/>
            <a:alpha val="9000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200" b="1" i="0" kern="120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32232466" y="9328718"/>
        <a:ext cx="1114768" cy="1525206"/>
      </dsp:txXfrm>
    </dsp:sp>
    <dsp:sp modelId="{DD249373-38F8-42D2-A880-C42BD63DEAFD}">
      <dsp:nvSpPr>
        <dsp:cNvPr id="0" name=""/>
        <dsp:cNvSpPr/>
      </dsp:nvSpPr>
      <dsp:spPr>
        <a:xfrm>
          <a:off x="33972682" y="12914688"/>
          <a:ext cx="2026852" cy="2026852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75000"/>
            <a:alpha val="9000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200" b="1" i="0" kern="120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34428724" y="12914688"/>
        <a:ext cx="1114768" cy="1525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04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157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016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274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07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368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257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6771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25771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0903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9604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-140"/>
            <a:ext cx="5112678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834527" y="11154220"/>
            <a:ext cx="25378999" cy="64948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5112702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246040" y="1153460"/>
            <a:ext cx="33628432" cy="480144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246040" y="7574280"/>
            <a:ext cx="15884939" cy="1766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2557760" lvl="0" indent="-1989369">
              <a:spcBef>
                <a:spcPts val="3357"/>
              </a:spcBef>
              <a:spcAft>
                <a:spcPts val="0"/>
              </a:spcAft>
              <a:buSzPts val="2000"/>
              <a:buChar char="⬡"/>
              <a:defRPr sz="11200"/>
            </a:lvl1pPr>
            <a:lvl2pPr marL="5115519" lvl="1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2pPr>
            <a:lvl3pPr marL="7673279" lvl="2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3pPr>
            <a:lvl4pPr marL="10231039" lvl="3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4pPr>
            <a:lvl5pPr marL="12788798" lvl="4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5pPr>
            <a:lvl6pPr marL="15346558" lvl="5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6pPr>
            <a:lvl7pPr marL="17904318" lvl="6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7pPr>
            <a:lvl8pPr marL="20462077" lvl="7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8pPr>
            <a:lvl9pPr marL="23019837" lvl="8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20989494" y="7574280"/>
            <a:ext cx="15884939" cy="1766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2557760" lvl="0" indent="-1989369">
              <a:spcBef>
                <a:spcPts val="3357"/>
              </a:spcBef>
              <a:spcAft>
                <a:spcPts val="0"/>
              </a:spcAft>
              <a:buSzPts val="2000"/>
              <a:buChar char="⬡"/>
              <a:defRPr sz="11200"/>
            </a:lvl1pPr>
            <a:lvl2pPr marL="5115519" lvl="1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2pPr>
            <a:lvl3pPr marL="7673279" lvl="2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3pPr>
            <a:lvl4pPr marL="10231039" lvl="3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4pPr>
            <a:lvl5pPr marL="12788798" lvl="4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5pPr>
            <a:lvl6pPr marL="15346558" lvl="5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6pPr>
            <a:lvl7pPr marL="17904318" lvl="6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7pPr>
            <a:lvl8pPr marL="20462077" lvl="7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8pPr>
            <a:lvl9pPr marL="23019837" lvl="8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Small circuit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5112702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246040" y="1153460"/>
            <a:ext cx="33628432" cy="480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246040" y="7574280"/>
            <a:ext cx="33628432" cy="1770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652352" y="2049834"/>
            <a:ext cx="28293013" cy="2139937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7500" dirty="0">
                <a:latin typeface="Lexend Deca" panose="020B0604020202020204" charset="0"/>
              </a:rPr>
              <a:t>Getting started with JavaScript</a:t>
            </a: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50371" y="2118614"/>
            <a:ext cx="3704249" cy="406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9197" y="4953822"/>
            <a:ext cx="2695435" cy="294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2678" y="22593626"/>
            <a:ext cx="3277436" cy="384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91680" y="20296861"/>
            <a:ext cx="1799566" cy="251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46507" y="21044142"/>
            <a:ext cx="1799566" cy="251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58" y="1067198"/>
            <a:ext cx="9840991" cy="365667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366" y="26382081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1"/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F84A5F-BD1C-9E81-99A8-4D24BD0DCC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29045" y="11638121"/>
            <a:ext cx="7965058" cy="54543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4483322"/>
            <a:ext cx="51180020" cy="24407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4875268" y="384306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9900" b="1" dirty="0">
                <a:solidFill>
                  <a:schemeClr val="bg1"/>
                </a:solidFill>
                <a:latin typeface="Lexend Deca" panose="020B0604020202020204" charset="0"/>
              </a:rPr>
              <a:t>Our Agenda.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138586" y="4396236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2280897" y="5873705"/>
            <a:ext cx="45393928" cy="1442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lvl="0" indent="-1371600">
              <a:lnSpc>
                <a:spcPct val="200000"/>
              </a:lnSpc>
              <a:buFont typeface="+mj-lt"/>
              <a:buAutoNum type="arabicPeriod"/>
            </a:pPr>
            <a:r>
              <a:rPr lang="en-IN" sz="96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</a:rPr>
              <a:t>What is a variable ?</a:t>
            </a:r>
          </a:p>
          <a:p>
            <a:pPr marL="1371600" indent="-1371600">
              <a:lnSpc>
                <a:spcPct val="200000"/>
              </a:lnSpc>
              <a:buFont typeface="+mj-lt"/>
              <a:buAutoNum type="arabicPeriod"/>
            </a:pPr>
            <a:r>
              <a:rPr lang="en-IN" sz="96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</a:rPr>
              <a:t>How to declare and initialize variables in </a:t>
            </a:r>
            <a:r>
              <a:rPr lang="en-IN" sz="9600" b="1" dirty="0" err="1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</a:rPr>
              <a:t>js</a:t>
            </a:r>
            <a:r>
              <a:rPr lang="en-IN" sz="96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</a:rPr>
              <a:t>.</a:t>
            </a:r>
          </a:p>
          <a:p>
            <a:pPr marL="1371600" indent="-1371600">
              <a:lnSpc>
                <a:spcPct val="200000"/>
              </a:lnSpc>
              <a:buFont typeface="+mj-lt"/>
              <a:buAutoNum type="arabicPeriod"/>
            </a:pPr>
            <a:r>
              <a:rPr lang="en-IN" sz="96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</a:rPr>
              <a:t>Scope and Lifetime of a variable</a:t>
            </a:r>
          </a:p>
          <a:p>
            <a:pPr marL="1371600" indent="-1371600">
              <a:lnSpc>
                <a:spcPct val="200000"/>
              </a:lnSpc>
              <a:buFont typeface="+mj-lt"/>
              <a:buAutoNum type="arabicPeriod"/>
            </a:pPr>
            <a:r>
              <a:rPr lang="en-IN" sz="96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</a:rPr>
              <a:t>How To Declare variable in JavaScript</a:t>
            </a:r>
          </a:p>
          <a:p>
            <a:pPr marL="1371600" indent="-1371600">
              <a:lnSpc>
                <a:spcPct val="200000"/>
              </a:lnSpc>
              <a:buFont typeface="+mj-lt"/>
              <a:buAutoNum type="arabicPeriod"/>
            </a:pPr>
            <a:r>
              <a:rPr lang="en-US" sz="96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</a:rPr>
              <a:t>Important Functions of JavaScript. Practical Implementation</a:t>
            </a:r>
            <a:endParaRPr lang="en-IN" sz="9600" dirty="0">
              <a:solidFill>
                <a:schemeClr val="bg2">
                  <a:lumMod val="50000"/>
                </a:schemeClr>
              </a:solidFill>
              <a:latin typeface="Lexend Deca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656E43-1C15-0501-E4BD-1D85D35CF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7845" y="25786078"/>
            <a:ext cx="3939180" cy="269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441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4693512"/>
            <a:ext cx="51180020" cy="241100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6687184" y="274705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sz="19900" b="1" dirty="0">
                <a:solidFill>
                  <a:schemeClr val="bg1"/>
                </a:solidFill>
                <a:latin typeface="Lexend Deca" panose="020B0604020202020204" charset="0"/>
              </a:rPr>
              <a:t>Variables in JavaScript.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138586" y="4437485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038D80-FED8-4990-B30F-B71EAD1C2ED9}"/>
              </a:ext>
            </a:extLst>
          </p:cNvPr>
          <p:cNvGrpSpPr/>
          <p:nvPr/>
        </p:nvGrpSpPr>
        <p:grpSpPr>
          <a:xfrm>
            <a:off x="5666309" y="5554980"/>
            <a:ext cx="37925454" cy="17693640"/>
            <a:chOff x="2017122" y="719666"/>
            <a:chExt cx="8142878" cy="5418667"/>
          </a:xfrm>
        </p:grpSpPr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A86EDBCF-9B5E-6599-D9B8-B53F60AEEAD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74558151"/>
                </p:ext>
              </p:extLst>
            </p:nvPr>
          </p:nvGraphicFramePr>
          <p:xfrm>
            <a:off x="2032000" y="719666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10D3188-12ED-EAB3-3CD8-969B31C4349D}"/>
                </a:ext>
              </a:extLst>
            </p:cNvPr>
            <p:cNvGrpSpPr/>
            <p:nvPr/>
          </p:nvGrpSpPr>
          <p:grpSpPr>
            <a:xfrm>
              <a:off x="2017122" y="1352901"/>
              <a:ext cx="1350137" cy="4122721"/>
              <a:chOff x="2017122" y="1352901"/>
              <a:chExt cx="1350137" cy="4122721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3A0084-105F-3ADD-41F0-DAF9C15106AB}"/>
                  </a:ext>
                </a:extLst>
              </p:cNvPr>
              <p:cNvSpPr txBox="1"/>
              <p:nvPr/>
            </p:nvSpPr>
            <p:spPr>
              <a:xfrm>
                <a:off x="2054223" y="1352901"/>
                <a:ext cx="1008112" cy="810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600" b="1" dirty="0">
                    <a:latin typeface="Lexend Deca" panose="020B0604020202020204" charset="0"/>
                  </a:rPr>
                  <a:t>1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4C49E9-07CD-59F6-076B-6C47C8AE254E}"/>
                  </a:ext>
                </a:extLst>
              </p:cNvPr>
              <p:cNvSpPr txBox="1"/>
              <p:nvPr/>
            </p:nvSpPr>
            <p:spPr>
              <a:xfrm>
                <a:off x="2359147" y="3046304"/>
                <a:ext cx="1008112" cy="810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600" b="1" dirty="0">
                    <a:latin typeface="Lexend Deca" panose="020B0604020202020204" charset="0"/>
                  </a:rPr>
                  <a:t>2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DD1F96-01A5-DFB0-D7E3-56FC29F4AEE7}"/>
                  </a:ext>
                </a:extLst>
              </p:cNvPr>
              <p:cNvSpPr txBox="1"/>
              <p:nvPr/>
            </p:nvSpPr>
            <p:spPr>
              <a:xfrm>
                <a:off x="2017122" y="4665017"/>
                <a:ext cx="1008112" cy="810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600" b="1" dirty="0">
                    <a:latin typeface="Lexend Deca" panose="020B0604020202020204" charset="0"/>
                  </a:rPr>
                  <a:t>3</a:t>
                </a:r>
              </a:p>
            </p:txBody>
          </p:sp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7B390F4-DC4C-2A72-17A3-3FDA92D8F2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87845" y="25786078"/>
            <a:ext cx="3939180" cy="269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06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4937760"/>
            <a:ext cx="51180020" cy="2386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just" fontAlgn="base"/>
            <a:r>
              <a:rPr lang="en-IN" sz="8000" b="1" dirty="0">
                <a:latin typeface="Lexend Deca" panose="020B0604020202020204" charset="0"/>
              </a:rPr>
              <a:t>//declaring single variable</a:t>
            </a:r>
          </a:p>
          <a:p>
            <a:pPr algn="just" fontAlgn="base"/>
            <a:r>
              <a:rPr lang="en-IN" sz="8000" b="1" dirty="0">
                <a:latin typeface="Lexend Deca" panose="020B0604020202020204" charset="0"/>
              </a:rPr>
              <a:t>var name;</a:t>
            </a:r>
          </a:p>
          <a:p>
            <a:pPr algn="just" fontAlgn="base"/>
            <a:r>
              <a:rPr lang="en-IN" sz="8000" b="1" dirty="0">
                <a:latin typeface="Lexend Deca" panose="020B0604020202020204" charset="0"/>
              </a:rPr>
              <a:t> </a:t>
            </a:r>
          </a:p>
          <a:p>
            <a:pPr fontAlgn="base"/>
            <a:r>
              <a:rPr lang="en-IN" sz="8000" b="1" dirty="0">
                <a:latin typeface="Lexend Deca" panose="020B0604020202020204" charset="0"/>
              </a:rPr>
              <a:t>// declaring multiple variables</a:t>
            </a:r>
          </a:p>
          <a:p>
            <a:pPr algn="just" fontAlgn="base"/>
            <a:r>
              <a:rPr lang="en-IN" sz="8000" b="1" dirty="0">
                <a:latin typeface="Lexend Deca" panose="020B0604020202020204" charset="0"/>
              </a:rPr>
              <a:t>var name, title, </a:t>
            </a:r>
            <a:r>
              <a:rPr lang="en-IN" sz="8000" b="1" dirty="0" err="1">
                <a:latin typeface="Lexend Deca" panose="020B0604020202020204" charset="0"/>
              </a:rPr>
              <a:t>num</a:t>
            </a:r>
            <a:r>
              <a:rPr lang="en-IN" sz="8000" b="1" dirty="0">
                <a:latin typeface="Lexend Deca" panose="020B0604020202020204" charset="0"/>
              </a:rPr>
              <a:t>;</a:t>
            </a:r>
          </a:p>
          <a:p>
            <a:pPr algn="just"/>
            <a:endParaRPr lang="en-IN" sz="8000" b="1" dirty="0"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641411" y="984126"/>
            <a:ext cx="40887260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IN" sz="13800" b="1" dirty="0">
                <a:solidFill>
                  <a:schemeClr val="bg1"/>
                </a:solidFill>
                <a:latin typeface="Lexend Deca" panose="020B0604020202020204" charset="0"/>
              </a:rPr>
              <a:t>How to declare &amp; initialize variable in JavaScript.</a:t>
            </a:r>
            <a:endParaRPr lang="en-IN" sz="138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49207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C9262F-F4D5-9A34-28B2-7A85FE689C0D}"/>
              </a:ext>
            </a:extLst>
          </p:cNvPr>
          <p:cNvGrpSpPr/>
          <p:nvPr/>
        </p:nvGrpSpPr>
        <p:grpSpPr>
          <a:xfrm>
            <a:off x="6047106" y="8138160"/>
            <a:ext cx="39032814" cy="12161520"/>
            <a:chOff x="6047106" y="8138160"/>
            <a:chExt cx="39032814" cy="12161520"/>
          </a:xfrm>
        </p:grpSpPr>
        <p:sp>
          <p:nvSpPr>
            <p:cNvPr id="2" name="Arrow: Pentagon 1">
              <a:extLst>
                <a:ext uri="{FF2B5EF4-FFF2-40B4-BE49-F238E27FC236}">
                  <a16:creationId xmlns:a16="http://schemas.microsoft.com/office/drawing/2014/main" id="{3FE0436D-CC61-7251-3EF8-35B19CBFBDE1}"/>
                </a:ext>
              </a:extLst>
            </p:cNvPr>
            <p:cNvSpPr/>
            <p:nvPr/>
          </p:nvSpPr>
          <p:spPr>
            <a:xfrm>
              <a:off x="6047106" y="8138160"/>
              <a:ext cx="20035066" cy="12161520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fontAlgn="base"/>
              <a:r>
                <a:rPr lang="en-IN" sz="8800" b="1" dirty="0">
                  <a:latin typeface="Lexend Deca" panose="020B0604020202020204" charset="0"/>
                </a:rPr>
                <a:t>//declaring single variable</a:t>
              </a:r>
            </a:p>
            <a:p>
              <a:pPr algn="just" fontAlgn="base"/>
              <a:r>
                <a:rPr lang="en-IN" sz="8800" b="1" dirty="0">
                  <a:latin typeface="Lexend Deca" panose="020B0604020202020204" charset="0"/>
                </a:rPr>
                <a:t>var name;</a:t>
              </a:r>
            </a:p>
            <a:p>
              <a:pPr algn="just" fontAlgn="base"/>
              <a:r>
                <a:rPr lang="en-IN" sz="8800" b="1" dirty="0">
                  <a:latin typeface="Lexend Deca" panose="020B0604020202020204" charset="0"/>
                </a:rPr>
                <a:t> </a:t>
              </a:r>
            </a:p>
            <a:p>
              <a:pPr fontAlgn="base"/>
              <a:r>
                <a:rPr lang="en-IN" sz="8800" b="1" dirty="0">
                  <a:latin typeface="Lexend Deca" panose="020B0604020202020204" charset="0"/>
                </a:rPr>
                <a:t>// declaring multiple variables</a:t>
              </a:r>
            </a:p>
            <a:p>
              <a:pPr algn="just" fontAlgn="base"/>
              <a:r>
                <a:rPr lang="en-IN" sz="8800" b="1" dirty="0">
                  <a:latin typeface="Lexend Deca" panose="020B0604020202020204" charset="0"/>
                </a:rPr>
                <a:t>var name, title, </a:t>
              </a:r>
              <a:r>
                <a:rPr lang="en-IN" sz="8800" b="1" dirty="0" err="1">
                  <a:latin typeface="Lexend Deca" panose="020B0604020202020204" charset="0"/>
                </a:rPr>
                <a:t>num</a:t>
              </a:r>
              <a:r>
                <a:rPr lang="en-IN" sz="8800" b="1" dirty="0">
                  <a:latin typeface="Lexend Deca" panose="020B0604020202020204" charset="0"/>
                </a:rPr>
                <a:t>;</a:t>
              </a:r>
            </a:p>
            <a:p>
              <a:pPr algn="just"/>
              <a:endParaRPr lang="en-IN" sz="8800" b="1" dirty="0">
                <a:latin typeface="Lexend Deca" panose="020B060402020202020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02A30A5-707E-F95D-8ECD-62EE51FBA6BB}"/>
                </a:ext>
              </a:extLst>
            </p:cNvPr>
            <p:cNvGrpSpPr/>
            <p:nvPr/>
          </p:nvGrpSpPr>
          <p:grpSpPr>
            <a:xfrm>
              <a:off x="23121257" y="8490268"/>
              <a:ext cx="21958663" cy="11750040"/>
              <a:chOff x="5698722" y="1560424"/>
              <a:chExt cx="6048672" cy="3816424"/>
            </a:xfrm>
          </p:grpSpPr>
          <p:sp>
            <p:nvSpPr>
              <p:cNvPr id="5" name="Arrow: Pentagon 4">
                <a:extLst>
                  <a:ext uri="{FF2B5EF4-FFF2-40B4-BE49-F238E27FC236}">
                    <a16:creationId xmlns:a16="http://schemas.microsoft.com/office/drawing/2014/main" id="{C76DACD8-8037-0AE5-D148-AC8D355E621B}"/>
                  </a:ext>
                </a:extLst>
              </p:cNvPr>
              <p:cNvSpPr/>
              <p:nvPr/>
            </p:nvSpPr>
            <p:spPr>
              <a:xfrm flipH="1">
                <a:off x="5698722" y="1560424"/>
                <a:ext cx="6048672" cy="3816424"/>
              </a:xfrm>
              <a:prstGeom prst="homePlate">
                <a:avLst/>
              </a:prstGeom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3" algn="r" fontAlgn="base"/>
                <a:endParaRPr lang="en-IN" sz="4800" dirty="0">
                  <a:latin typeface="Lexend Deca" panose="020B060402020202020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928884-2CB1-972B-0F95-B5D5E8CF744F}"/>
                  </a:ext>
                </a:extLst>
              </p:cNvPr>
              <p:cNvSpPr txBox="1"/>
              <p:nvPr/>
            </p:nvSpPr>
            <p:spPr>
              <a:xfrm>
                <a:off x="7226761" y="2228561"/>
                <a:ext cx="4130597" cy="2105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9600" b="1" dirty="0">
                    <a:solidFill>
                      <a:schemeClr val="bg1"/>
                    </a:solidFill>
                    <a:latin typeface="Lexend Deca" panose="020B0604020202020204" charset="0"/>
                  </a:rPr>
                  <a:t>// initializing variables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9600" b="1" dirty="0">
                    <a:solidFill>
                      <a:schemeClr val="bg1"/>
                    </a:solidFill>
                    <a:latin typeface="Lexend Deca" panose="020B0604020202020204" charset="0"/>
                  </a:rPr>
                  <a:t>var name = "Harsh";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9600" b="1" dirty="0">
                    <a:solidFill>
                      <a:schemeClr val="bg1"/>
                    </a:solidFill>
                    <a:latin typeface="Lexend Deca" panose="020B0604020202020204" charset="0"/>
                  </a:rPr>
                  <a:t>name = "Rakesh";</a:t>
                </a:r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9F9520A-6641-EA5C-3399-92F0D3360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7845" y="25786078"/>
            <a:ext cx="3939180" cy="269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5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4937760"/>
            <a:ext cx="51180020" cy="238658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lvl="0"/>
            <a:r>
              <a:rPr lang="en-IN" sz="8000" dirty="0">
                <a:latin typeface="Lexend Deca" panose="020B0604020202020204" charset="0"/>
              </a:rPr>
              <a:t>Scope of a variable</a:t>
            </a: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763660" y="558350"/>
            <a:ext cx="40887260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IN" sz="16600" dirty="0">
                <a:solidFill>
                  <a:schemeClr val="bg1"/>
                </a:solidFill>
                <a:latin typeface="Lexend Deca" panose="020B0604020202020204" charset="0"/>
              </a:rPr>
              <a:t>Scope and life time of a variable.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49207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DC53423-93A7-910B-E20B-4D328F02539A}"/>
              </a:ext>
            </a:extLst>
          </p:cNvPr>
          <p:cNvGrpSpPr/>
          <p:nvPr/>
        </p:nvGrpSpPr>
        <p:grpSpPr>
          <a:xfrm>
            <a:off x="3040697" y="6934198"/>
            <a:ext cx="46085760" cy="18851880"/>
            <a:chOff x="3566160" y="7635240"/>
            <a:chExt cx="46085760" cy="1885188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030749-795A-064D-A4EE-85D26B7A4558}"/>
                </a:ext>
              </a:extLst>
            </p:cNvPr>
            <p:cNvSpPr/>
            <p:nvPr/>
          </p:nvSpPr>
          <p:spPr>
            <a:xfrm>
              <a:off x="3566160" y="7635240"/>
              <a:ext cx="25100280" cy="813816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0" lvl="0" indent="-1143000" algn="l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IN" sz="8800" b="1" dirty="0">
                  <a:solidFill>
                    <a:schemeClr val="bg1"/>
                  </a:solidFill>
                  <a:latin typeface="Lexend Deca" panose="020B0604020202020204" charset="0"/>
                </a:rPr>
                <a:t>Variables declared within a function are local to that function. </a:t>
              </a:r>
            </a:p>
            <a:p>
              <a:pPr marL="1143000" lvl="0" indent="-1143000" algn="l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endParaRPr lang="en-IN" sz="8800" b="1" dirty="0">
                <a:solidFill>
                  <a:schemeClr val="bg1"/>
                </a:solidFill>
                <a:latin typeface="Lexend Deca" panose="020B0604020202020204" charset="0"/>
              </a:endParaRPr>
            </a:p>
            <a:p>
              <a:pPr marL="1143000" lvl="0" indent="-1143000" algn="l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IN" sz="8800" b="1" dirty="0">
                  <a:solidFill>
                    <a:schemeClr val="bg1"/>
                  </a:solidFill>
                  <a:latin typeface="Lexend Deca" panose="020B0604020202020204" charset="0"/>
                </a:rPr>
                <a:t>Variables declared outside of any function are global variables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A5C52D-4F78-2C56-3D62-B213E4A9FA67}"/>
                </a:ext>
              </a:extLst>
            </p:cNvPr>
            <p:cNvSpPr/>
            <p:nvPr/>
          </p:nvSpPr>
          <p:spPr>
            <a:xfrm>
              <a:off x="3581400" y="18348960"/>
              <a:ext cx="25085040" cy="81381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0" indent="-114300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IN" sz="8800" b="1" dirty="0">
                  <a:solidFill>
                    <a:schemeClr val="bg1"/>
                  </a:solidFill>
                  <a:latin typeface="Lexend Deca" panose="020B0604020202020204" charset="0"/>
                </a:rPr>
                <a:t>Local variable’s life time is within the block of its declaration.</a:t>
              </a:r>
            </a:p>
            <a:p>
              <a:pPr marL="1143000" indent="-114300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endParaRPr lang="en-IN" sz="8800" b="1" dirty="0">
                <a:solidFill>
                  <a:schemeClr val="bg1"/>
                </a:solidFill>
                <a:latin typeface="Lexend Deca" panose="020B0604020202020204" charset="0"/>
              </a:endParaRPr>
            </a:p>
            <a:p>
              <a:pPr marL="1143000" indent="-114300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IN" sz="8800" b="1" dirty="0">
                  <a:solidFill>
                    <a:schemeClr val="bg1"/>
                  </a:solidFill>
                  <a:latin typeface="Lexend Deca" panose="020B0604020202020204" charset="0"/>
                </a:rPr>
                <a:t>Global variable’s life time is throughout the program. </a:t>
              </a:r>
            </a:p>
          </p:txBody>
        </p:sp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BC99FE9A-B3F2-D7A0-2F5F-02C9B90CF3BE}"/>
                </a:ext>
              </a:extLst>
            </p:cNvPr>
            <p:cNvSpPr/>
            <p:nvPr/>
          </p:nvSpPr>
          <p:spPr>
            <a:xfrm>
              <a:off x="31272480" y="19385280"/>
              <a:ext cx="2286000" cy="672084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latin typeface="Lexend Deca" panose="020B0604020202020204" charset="0"/>
              </a:endParaRPr>
            </a:p>
          </p:txBody>
        </p:sp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6782432C-41F7-D38A-5290-DC1120B43BA0}"/>
                </a:ext>
              </a:extLst>
            </p:cNvPr>
            <p:cNvSpPr/>
            <p:nvPr/>
          </p:nvSpPr>
          <p:spPr>
            <a:xfrm>
              <a:off x="31104840" y="8290560"/>
              <a:ext cx="2286000" cy="672084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latin typeface="Lexend Deca" panose="020B060402020202020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B00AA8-6EFB-38A4-F2D8-19707DD19403}"/>
                </a:ext>
              </a:extLst>
            </p:cNvPr>
            <p:cNvSpPr/>
            <p:nvPr/>
          </p:nvSpPr>
          <p:spPr>
            <a:xfrm>
              <a:off x="34960560" y="9951720"/>
              <a:ext cx="14691360" cy="31242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IN" sz="8800" b="1" dirty="0">
                  <a:latin typeface="Lexend Deca" panose="020B0604020202020204" charset="0"/>
                </a:rPr>
                <a:t>Scope of a variable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D76293D-2223-9B2D-EBCF-7CD8FD60AC2E}"/>
                </a:ext>
              </a:extLst>
            </p:cNvPr>
            <p:cNvSpPr/>
            <p:nvPr/>
          </p:nvSpPr>
          <p:spPr>
            <a:xfrm>
              <a:off x="34564320" y="20939760"/>
              <a:ext cx="14691360" cy="31242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IN" sz="8800" b="1" dirty="0">
                  <a:latin typeface="Lexend Deca" panose="020B0604020202020204" charset="0"/>
                </a:rPr>
                <a:t>Life time of a variable</a:t>
              </a:r>
              <a:endParaRPr lang="en-IN" sz="8000" b="1" dirty="0">
                <a:latin typeface="Lexend Deca" panose="020B0604020202020204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586D1D4D-7947-729E-4367-07E17DDD0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7845" y="25786078"/>
            <a:ext cx="3939180" cy="269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6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8823957"/>
            <a:ext cx="51180020" cy="19979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4316868" y="2377359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6600" b="1" dirty="0">
                <a:solidFill>
                  <a:schemeClr val="bg1"/>
                </a:solidFill>
                <a:latin typeface="Lexend Deca" panose="020B0604020202020204" charset="0"/>
              </a:rPr>
              <a:t>How To Declare variable in JavaScript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85783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4969669" y="18638294"/>
            <a:ext cx="486013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9900" b="1" dirty="0">
                <a:latin typeface="Lexend Deca" panose="020B0604020202020204" charset="0"/>
              </a:rPr>
              <a:t>v</a:t>
            </a:r>
            <a:r>
              <a:rPr lang="en-IN" sz="19900" b="1" i="0" dirty="0">
                <a:solidFill>
                  <a:srgbClr val="000000"/>
                </a:solidFill>
                <a:effectLst/>
                <a:latin typeface="Lexend Deca" panose="020B0604020202020204" charset="0"/>
              </a:rPr>
              <a:t>ar </a:t>
            </a:r>
            <a:endParaRPr lang="en-IN" sz="368400" dirty="0">
              <a:solidFill>
                <a:schemeClr val="tx1"/>
              </a:solidFill>
              <a:latin typeface="Lexend Deca" panose="020B060402020202020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CEBB92-04A5-9F32-C558-96341C49E022}"/>
              </a:ext>
            </a:extLst>
          </p:cNvPr>
          <p:cNvGrpSpPr/>
          <p:nvPr/>
        </p:nvGrpSpPr>
        <p:grpSpPr>
          <a:xfrm>
            <a:off x="3746492" y="6174768"/>
            <a:ext cx="5036169" cy="10852203"/>
            <a:chOff x="7175492" y="8232168"/>
            <a:chExt cx="5036169" cy="1085220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C4F220F-16CD-BE5D-6340-89D11D5D1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B9F1BBA-8765-D247-D32E-B1683A1B586D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31D6EC0-2614-0491-0BEC-B284DABEE503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C000"/>
                </a:solidFill>
                <a:latin typeface="Lexend Deca" panose="020B060402020202020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828B14-0C10-D8A4-81A6-98908B7A052C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8" name="Freeform 36">
                <a:extLst>
                  <a:ext uri="{FF2B5EF4-FFF2-40B4-BE49-F238E27FC236}">
                    <a16:creationId xmlns:a16="http://schemas.microsoft.com/office/drawing/2014/main" id="{70816224-6284-D409-FC55-8192D5EB6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9" name="Freeform 37">
                <a:extLst>
                  <a:ext uri="{FF2B5EF4-FFF2-40B4-BE49-F238E27FC236}">
                    <a16:creationId xmlns:a16="http://schemas.microsoft.com/office/drawing/2014/main" id="{AA983AAA-5EBD-FE5D-46A4-B2AA9BD81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7CAD8993-179C-2C49-2680-08A1009DD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40DD020E-2A96-AA90-BD2E-A923B14F1535}"/>
              </a:ext>
            </a:extLst>
          </p:cNvPr>
          <p:cNvSpPr/>
          <p:nvPr/>
        </p:nvSpPr>
        <p:spPr>
          <a:xfrm>
            <a:off x="23045428" y="6792248"/>
            <a:ext cx="5036169" cy="5043942"/>
          </a:xfrm>
          <a:prstGeom prst="ellipse">
            <a:avLst/>
          </a:prstGeom>
          <a:solidFill>
            <a:schemeClr val="bg1">
              <a:alpha val="6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EB77D30-991B-43FB-FD62-B3BF001DDC2A}"/>
              </a:ext>
            </a:extLst>
          </p:cNvPr>
          <p:cNvCxnSpPr>
            <a:cxnSpLocks/>
          </p:cNvCxnSpPr>
          <p:nvPr/>
        </p:nvCxnSpPr>
        <p:spPr>
          <a:xfrm>
            <a:off x="25563521" y="9438447"/>
            <a:ext cx="0" cy="8255193"/>
          </a:xfrm>
          <a:prstGeom prst="line">
            <a:avLst/>
          </a:prstGeom>
          <a:ln w="76200">
            <a:solidFill>
              <a:schemeClr val="tx2">
                <a:lumMod val="1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FCFCA8D-4C32-EBF2-68F1-644CA7C3EBD0}"/>
              </a:ext>
            </a:extLst>
          </p:cNvPr>
          <p:cNvSpPr/>
          <p:nvPr/>
        </p:nvSpPr>
        <p:spPr>
          <a:xfrm>
            <a:off x="23705909" y="7419862"/>
            <a:ext cx="3715208" cy="3720931"/>
          </a:xfrm>
          <a:prstGeom prst="ellipse">
            <a:avLst/>
          </a:prstGeom>
          <a:solidFill>
            <a:srgbClr val="8B0C3C"/>
          </a:solidFill>
          <a:ln>
            <a:noFill/>
          </a:ln>
          <a:effectLst>
            <a:outerShdw blurRad="1143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4441266-6C8B-1D87-903D-E9A7331B113F}"/>
              </a:ext>
            </a:extLst>
          </p:cNvPr>
          <p:cNvGrpSpPr/>
          <p:nvPr/>
        </p:nvGrpSpPr>
        <p:grpSpPr>
          <a:xfrm>
            <a:off x="24689894" y="8572314"/>
            <a:ext cx="1644882" cy="1118443"/>
            <a:chOff x="3416301" y="2947988"/>
            <a:chExt cx="346075" cy="234950"/>
          </a:xfrm>
        </p:grpSpPr>
        <p:sp>
          <p:nvSpPr>
            <p:cNvPr id="40" name="Freeform 36">
              <a:extLst>
                <a:ext uri="{FF2B5EF4-FFF2-40B4-BE49-F238E27FC236}">
                  <a16:creationId xmlns:a16="http://schemas.microsoft.com/office/drawing/2014/main" id="{15214F91-C599-B05E-56FD-EC9E47B21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6001" y="2947988"/>
              <a:ext cx="112713" cy="93663"/>
            </a:xfrm>
            <a:custGeom>
              <a:avLst/>
              <a:gdLst>
                <a:gd name="T0" fmla="*/ 71 w 71"/>
                <a:gd name="T1" fmla="*/ 14 h 59"/>
                <a:gd name="T2" fmla="*/ 56 w 71"/>
                <a:gd name="T3" fmla="*/ 0 h 59"/>
                <a:gd name="T4" fmla="*/ 0 w 71"/>
                <a:gd name="T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59">
                  <a:moveTo>
                    <a:pt x="71" y="14"/>
                  </a:moveTo>
                  <a:lnTo>
                    <a:pt x="56" y="0"/>
                  </a:lnTo>
                  <a:lnTo>
                    <a:pt x="0" y="59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Lexend Deca" panose="020B0604020202020204" charset="0"/>
              </a:endParaRPr>
            </a:p>
          </p:txBody>
        </p:sp>
        <p:sp>
          <p:nvSpPr>
            <p:cNvPr id="41" name="Freeform 37">
              <a:extLst>
                <a:ext uri="{FF2B5EF4-FFF2-40B4-BE49-F238E27FC236}">
                  <a16:creationId xmlns:a16="http://schemas.microsoft.com/office/drawing/2014/main" id="{30FB41BF-0635-4848-A40B-A0748E940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301" y="3057525"/>
              <a:ext cx="98425" cy="125413"/>
            </a:xfrm>
            <a:custGeom>
              <a:avLst/>
              <a:gdLst>
                <a:gd name="T0" fmla="*/ 40 w 62"/>
                <a:gd name="T1" fmla="*/ 12 h 79"/>
                <a:gd name="T2" fmla="*/ 26 w 62"/>
                <a:gd name="T3" fmla="*/ 0 h 79"/>
                <a:gd name="T4" fmla="*/ 0 w 62"/>
                <a:gd name="T5" fmla="*/ 26 h 79"/>
                <a:gd name="T6" fmla="*/ 52 w 62"/>
                <a:gd name="T7" fmla="*/ 79 h 79"/>
                <a:gd name="T8" fmla="*/ 62 w 62"/>
                <a:gd name="T9" fmla="*/ 6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79">
                  <a:moveTo>
                    <a:pt x="40" y="12"/>
                  </a:moveTo>
                  <a:lnTo>
                    <a:pt x="26" y="0"/>
                  </a:lnTo>
                  <a:lnTo>
                    <a:pt x="0" y="26"/>
                  </a:lnTo>
                  <a:lnTo>
                    <a:pt x="52" y="79"/>
                  </a:lnTo>
                  <a:lnTo>
                    <a:pt x="62" y="67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Lexend Deca" panose="020B0604020202020204" charset="0"/>
              </a:endParaRPr>
            </a:p>
          </p:txBody>
        </p:sp>
        <p:sp>
          <p:nvSpPr>
            <p:cNvPr id="42" name="Freeform 38">
              <a:extLst>
                <a:ext uri="{FF2B5EF4-FFF2-40B4-BE49-F238E27FC236}">
                  <a16:creationId xmlns:a16="http://schemas.microsoft.com/office/drawing/2014/main" id="{48C9D729-AB91-B484-9056-D4BBD730A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13" y="2947988"/>
              <a:ext cx="271463" cy="234950"/>
            </a:xfrm>
            <a:custGeom>
              <a:avLst/>
              <a:gdLst>
                <a:gd name="T0" fmla="*/ 145 w 171"/>
                <a:gd name="T1" fmla="*/ 0 h 148"/>
                <a:gd name="T2" fmla="*/ 52 w 171"/>
                <a:gd name="T3" fmla="*/ 95 h 148"/>
                <a:gd name="T4" fmla="*/ 26 w 171"/>
                <a:gd name="T5" fmla="*/ 69 h 148"/>
                <a:gd name="T6" fmla="*/ 0 w 171"/>
                <a:gd name="T7" fmla="*/ 95 h 148"/>
                <a:gd name="T8" fmla="*/ 52 w 171"/>
                <a:gd name="T9" fmla="*/ 148 h 148"/>
                <a:gd name="T10" fmla="*/ 171 w 171"/>
                <a:gd name="T11" fmla="*/ 26 h 148"/>
                <a:gd name="T12" fmla="*/ 145 w 171"/>
                <a:gd name="T1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148">
                  <a:moveTo>
                    <a:pt x="145" y="0"/>
                  </a:moveTo>
                  <a:lnTo>
                    <a:pt x="52" y="95"/>
                  </a:lnTo>
                  <a:lnTo>
                    <a:pt x="26" y="69"/>
                  </a:lnTo>
                  <a:lnTo>
                    <a:pt x="0" y="95"/>
                  </a:lnTo>
                  <a:lnTo>
                    <a:pt x="52" y="148"/>
                  </a:lnTo>
                  <a:lnTo>
                    <a:pt x="171" y="26"/>
                  </a:lnTo>
                  <a:lnTo>
                    <a:pt x="145" y="0"/>
                  </a:lnTo>
                  <a:close/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Lexend Deca" panose="020B0604020202020204" charset="0"/>
              </a:endParaRP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2F1066DB-D383-1654-557C-86C27D1FA261}"/>
              </a:ext>
            </a:extLst>
          </p:cNvPr>
          <p:cNvSpPr/>
          <p:nvPr/>
        </p:nvSpPr>
        <p:spPr>
          <a:xfrm>
            <a:off x="23523029" y="7419862"/>
            <a:ext cx="3715208" cy="3720931"/>
          </a:xfrm>
          <a:prstGeom prst="ellipse">
            <a:avLst/>
          </a:prstGeom>
          <a:solidFill>
            <a:srgbClr val="8B0C3C"/>
          </a:solidFill>
          <a:ln>
            <a:noFill/>
          </a:ln>
          <a:effectLst>
            <a:outerShdw blurRad="1143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57839CA-EEF2-69D1-683E-CA35D5551CAE}"/>
              </a:ext>
            </a:extLst>
          </p:cNvPr>
          <p:cNvGrpSpPr/>
          <p:nvPr/>
        </p:nvGrpSpPr>
        <p:grpSpPr>
          <a:xfrm>
            <a:off x="24507014" y="8572314"/>
            <a:ext cx="1644882" cy="1118443"/>
            <a:chOff x="3416301" y="2947988"/>
            <a:chExt cx="346075" cy="234950"/>
          </a:xfrm>
        </p:grpSpPr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76B45748-F3B2-7EA8-5C40-39E5E7B11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6001" y="2947988"/>
              <a:ext cx="112713" cy="93663"/>
            </a:xfrm>
            <a:custGeom>
              <a:avLst/>
              <a:gdLst>
                <a:gd name="T0" fmla="*/ 71 w 71"/>
                <a:gd name="T1" fmla="*/ 14 h 59"/>
                <a:gd name="T2" fmla="*/ 56 w 71"/>
                <a:gd name="T3" fmla="*/ 0 h 59"/>
                <a:gd name="T4" fmla="*/ 0 w 71"/>
                <a:gd name="T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59">
                  <a:moveTo>
                    <a:pt x="71" y="14"/>
                  </a:moveTo>
                  <a:lnTo>
                    <a:pt x="56" y="0"/>
                  </a:lnTo>
                  <a:lnTo>
                    <a:pt x="0" y="59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Lexend Deca" panose="020B0604020202020204" charset="0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19CCE62-0990-3AA8-0A63-45CB35DDE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301" y="3057525"/>
              <a:ext cx="98425" cy="125413"/>
            </a:xfrm>
            <a:custGeom>
              <a:avLst/>
              <a:gdLst>
                <a:gd name="T0" fmla="*/ 40 w 62"/>
                <a:gd name="T1" fmla="*/ 12 h 79"/>
                <a:gd name="T2" fmla="*/ 26 w 62"/>
                <a:gd name="T3" fmla="*/ 0 h 79"/>
                <a:gd name="T4" fmla="*/ 0 w 62"/>
                <a:gd name="T5" fmla="*/ 26 h 79"/>
                <a:gd name="T6" fmla="*/ 52 w 62"/>
                <a:gd name="T7" fmla="*/ 79 h 79"/>
                <a:gd name="T8" fmla="*/ 62 w 62"/>
                <a:gd name="T9" fmla="*/ 6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79">
                  <a:moveTo>
                    <a:pt x="40" y="12"/>
                  </a:moveTo>
                  <a:lnTo>
                    <a:pt x="26" y="0"/>
                  </a:lnTo>
                  <a:lnTo>
                    <a:pt x="0" y="26"/>
                  </a:lnTo>
                  <a:lnTo>
                    <a:pt x="52" y="79"/>
                  </a:lnTo>
                  <a:lnTo>
                    <a:pt x="62" y="67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Lexend Deca" panose="020B0604020202020204" charset="0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9AB37A4-2529-7E80-1BD4-1C971754D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13" y="2947988"/>
              <a:ext cx="271463" cy="234950"/>
            </a:xfrm>
            <a:custGeom>
              <a:avLst/>
              <a:gdLst>
                <a:gd name="T0" fmla="*/ 145 w 171"/>
                <a:gd name="T1" fmla="*/ 0 h 148"/>
                <a:gd name="T2" fmla="*/ 52 w 171"/>
                <a:gd name="T3" fmla="*/ 95 h 148"/>
                <a:gd name="T4" fmla="*/ 26 w 171"/>
                <a:gd name="T5" fmla="*/ 69 h 148"/>
                <a:gd name="T6" fmla="*/ 0 w 171"/>
                <a:gd name="T7" fmla="*/ 95 h 148"/>
                <a:gd name="T8" fmla="*/ 52 w 171"/>
                <a:gd name="T9" fmla="*/ 148 h 148"/>
                <a:gd name="T10" fmla="*/ 171 w 171"/>
                <a:gd name="T11" fmla="*/ 26 h 148"/>
                <a:gd name="T12" fmla="*/ 145 w 171"/>
                <a:gd name="T1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148">
                  <a:moveTo>
                    <a:pt x="145" y="0"/>
                  </a:moveTo>
                  <a:lnTo>
                    <a:pt x="52" y="95"/>
                  </a:lnTo>
                  <a:lnTo>
                    <a:pt x="26" y="69"/>
                  </a:lnTo>
                  <a:lnTo>
                    <a:pt x="0" y="95"/>
                  </a:lnTo>
                  <a:lnTo>
                    <a:pt x="52" y="148"/>
                  </a:lnTo>
                  <a:lnTo>
                    <a:pt x="171" y="26"/>
                  </a:lnTo>
                  <a:lnTo>
                    <a:pt x="145" y="0"/>
                  </a:lnTo>
                  <a:close/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latin typeface="Lexend Deca" panose="020B0604020202020204" charset="0"/>
              </a:endParaRPr>
            </a:p>
          </p:txBody>
        </p:sp>
      </p:grpSp>
      <p:sp>
        <p:nvSpPr>
          <p:cNvPr id="44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23727807" y="19316685"/>
            <a:ext cx="486013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IN" sz="19900" b="1" i="0" dirty="0">
                <a:solidFill>
                  <a:srgbClr val="000000"/>
                </a:solidFill>
                <a:effectLst/>
                <a:latin typeface="Lexend Deca" panose="020B0604020202020204" charset="0"/>
              </a:rPr>
              <a:t>let</a:t>
            </a:r>
            <a:endParaRPr lang="en-IN" sz="368400" dirty="0">
              <a:solidFill>
                <a:schemeClr val="tx1"/>
              </a:solidFill>
              <a:latin typeface="Lexend Deca" panose="020B060402020202020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6032A2D-D808-7740-5659-147616F1606B}"/>
              </a:ext>
            </a:extLst>
          </p:cNvPr>
          <p:cNvGrpSpPr/>
          <p:nvPr/>
        </p:nvGrpSpPr>
        <p:grpSpPr>
          <a:xfrm>
            <a:off x="40200572" y="6555768"/>
            <a:ext cx="5036169" cy="10852203"/>
            <a:chOff x="7175492" y="8232168"/>
            <a:chExt cx="5036169" cy="10852203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0CA9DFF-2A49-4825-CEE7-EE5838FEFF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BCA4004-B1BC-E0C7-9951-ABB039573F84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644C626-D668-9A8D-A6B5-C944F2A30576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C000"/>
                </a:solidFill>
                <a:latin typeface="Lexend Deca" panose="020B0604020202020204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ED96261-BC7A-D1EB-1668-74B72CCF0A32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51" name="Freeform 36">
                <a:extLst>
                  <a:ext uri="{FF2B5EF4-FFF2-40B4-BE49-F238E27FC236}">
                    <a16:creationId xmlns:a16="http://schemas.microsoft.com/office/drawing/2014/main" id="{DE84BBBF-8AB0-4DE6-228B-D22C866DE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52" name="Freeform 37">
                <a:extLst>
                  <a:ext uri="{FF2B5EF4-FFF2-40B4-BE49-F238E27FC236}">
                    <a16:creationId xmlns:a16="http://schemas.microsoft.com/office/drawing/2014/main" id="{F987BF1E-2056-DD0B-A96A-8F85DFC5C5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54" name="Freeform 38">
                <a:extLst>
                  <a:ext uri="{FF2B5EF4-FFF2-40B4-BE49-F238E27FC236}">
                    <a16:creationId xmlns:a16="http://schemas.microsoft.com/office/drawing/2014/main" id="{403DE626-7474-E710-819A-91E3F4517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6228E03-6538-AF9E-79B5-C48A3A7922EE}"/>
              </a:ext>
            </a:extLst>
          </p:cNvPr>
          <p:cNvSpPr txBox="1"/>
          <p:nvPr/>
        </p:nvSpPr>
        <p:spPr>
          <a:xfrm>
            <a:off x="39913561" y="19110734"/>
            <a:ext cx="728472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9900" b="1" dirty="0" err="1">
                <a:latin typeface="Lexend Deca" panose="020B0604020202020204" charset="0"/>
              </a:rPr>
              <a:t>const</a:t>
            </a:r>
            <a:endParaRPr lang="en-IN" sz="368400" dirty="0">
              <a:solidFill>
                <a:schemeClr val="tx1"/>
              </a:solidFill>
              <a:latin typeface="Lexend Deca" panose="020B060402020202020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CC169C-AE31-340E-41C3-4F9513673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7845" y="25786078"/>
            <a:ext cx="3939180" cy="269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8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8823960"/>
            <a:ext cx="51180020" cy="19979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7621660" y="307295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sz="13800" b="1" dirty="0">
                <a:solidFill>
                  <a:schemeClr val="bg1"/>
                </a:solidFill>
                <a:latin typeface="Lexend Deca" panose="020B0604020202020204" charset="0"/>
              </a:rPr>
              <a:t>Important Functions of JavaScript.</a:t>
            </a:r>
            <a:br>
              <a:rPr lang="en-US" sz="13800" b="1" dirty="0">
                <a:solidFill>
                  <a:schemeClr val="bg1"/>
                </a:solidFill>
                <a:latin typeface="Lexend Deca" panose="020B0604020202020204" charset="0"/>
              </a:rPr>
            </a:br>
            <a:r>
              <a:rPr lang="en-US" sz="13800" b="1" dirty="0">
                <a:solidFill>
                  <a:schemeClr val="bg1"/>
                </a:solidFill>
                <a:latin typeface="Lexend Deca" panose="020B0604020202020204" charset="0"/>
              </a:rPr>
              <a:t>Practical Implementation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85783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F9A2AE5-D1E8-ABA7-9ECD-450A0B93DE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9871500"/>
              </p:ext>
            </p:extLst>
          </p:nvPr>
        </p:nvGraphicFramePr>
        <p:xfrm>
          <a:off x="6792686" y="9715288"/>
          <a:ext cx="38195793" cy="17323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6F8D374-2510-D630-99A8-A403E5B876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87845" y="25786078"/>
            <a:ext cx="3939180" cy="269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18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4572000"/>
            <a:ext cx="51180020" cy="24231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r>
              <a:rPr lang="en-IN" sz="8000" b="1">
                <a:latin typeface="Lexend Deca" panose="020B0604020202020204" charset="0"/>
              </a:rPr>
              <a:t>alert():</a:t>
            </a:r>
            <a:r>
              <a:rPr lang="en-IN" sz="8000">
                <a:latin typeface="Lexend Deca" panose="020B0604020202020204" charset="0"/>
              </a:rPr>
              <a:t> It is used to alert the user that something has happened.</a:t>
            </a:r>
            <a:endParaRPr lang="en-IN" sz="8000" dirty="0"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4238380" y="51263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IN" sz="16600" b="1" dirty="0">
                <a:solidFill>
                  <a:schemeClr val="bg1"/>
                </a:solidFill>
                <a:latin typeface="Lexend Deca" panose="020B0604020202020204" charset="0"/>
              </a:rPr>
              <a:t>What is alert() and how to use?</a:t>
            </a:r>
            <a:endParaRPr lang="en-IN" sz="166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>
            <a:off x="-69293" y="4536720"/>
            <a:ext cx="51265611" cy="355320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C89C49-D8CE-B4FE-8DB2-233304649135}"/>
              </a:ext>
            </a:extLst>
          </p:cNvPr>
          <p:cNvGrpSpPr/>
          <p:nvPr/>
        </p:nvGrpSpPr>
        <p:grpSpPr>
          <a:xfrm>
            <a:off x="3282632" y="10317874"/>
            <a:ext cx="45308520" cy="14036040"/>
            <a:chOff x="617344" y="2352375"/>
            <a:chExt cx="10375199" cy="363538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698ACEE-8EDF-DAF9-F9D7-705CEE737731}"/>
                </a:ext>
              </a:extLst>
            </p:cNvPr>
            <p:cNvGrpSpPr/>
            <p:nvPr/>
          </p:nvGrpSpPr>
          <p:grpSpPr>
            <a:xfrm>
              <a:off x="617344" y="2352375"/>
              <a:ext cx="10375199" cy="3635387"/>
              <a:chOff x="695400" y="2025861"/>
              <a:chExt cx="10375199" cy="3635387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197DE265-0090-7795-914F-40AE69C16F8E}"/>
                  </a:ext>
                </a:extLst>
              </p:cNvPr>
              <p:cNvSpPr/>
              <p:nvPr/>
            </p:nvSpPr>
            <p:spPr>
              <a:xfrm>
                <a:off x="6170298" y="2025861"/>
                <a:ext cx="4900301" cy="3600400"/>
              </a:xfrm>
              <a:prstGeom prst="roundRect">
                <a:avLst>
                  <a:gd name="adj" fmla="val 0"/>
                </a:avLst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IN" sz="2000" dirty="0">
                  <a:latin typeface="Lexend Deca" panose="020B0604020202020204" charset="0"/>
                </a:endParaRPr>
              </a:p>
            </p:txBody>
          </p:sp>
          <p:sp>
            <p:nvSpPr>
              <p:cNvPr id="8" name="Arrow: Right 7">
                <a:extLst>
                  <a:ext uri="{FF2B5EF4-FFF2-40B4-BE49-F238E27FC236}">
                    <a16:creationId xmlns:a16="http://schemas.microsoft.com/office/drawing/2014/main" id="{7D7CFEB0-5844-ACF3-6B41-E8C37FE4D48B}"/>
                  </a:ext>
                </a:extLst>
              </p:cNvPr>
              <p:cNvSpPr/>
              <p:nvPr/>
            </p:nvSpPr>
            <p:spPr>
              <a:xfrm>
                <a:off x="4439816" y="3503042"/>
                <a:ext cx="2232248" cy="646038"/>
              </a:xfrm>
              <a:prstGeom prst="rightArrow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Lexend Deca" panose="020B0604020202020204" charset="0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8D33AD4A-B816-B135-1E3D-D6D5BF48C3AE}"/>
                  </a:ext>
                </a:extLst>
              </p:cNvPr>
              <p:cNvSpPr/>
              <p:nvPr/>
            </p:nvSpPr>
            <p:spPr>
              <a:xfrm>
                <a:off x="695400" y="2060848"/>
                <a:ext cx="4104456" cy="3600400"/>
              </a:xfrm>
              <a:prstGeom prst="roundRect">
                <a:avLst>
                  <a:gd name="adj" fmla="val 0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IN" sz="2000" dirty="0">
                  <a:latin typeface="Lexend Deca" panose="020B0604020202020204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236D0A7-C9EC-F515-984B-DC79B345B8A0}"/>
                </a:ext>
              </a:extLst>
            </p:cNvPr>
            <p:cNvSpPr txBox="1"/>
            <p:nvPr/>
          </p:nvSpPr>
          <p:spPr>
            <a:xfrm>
              <a:off x="865477" y="2956004"/>
              <a:ext cx="3528392" cy="2511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IN" dirty="0">
                <a:latin typeface="Lexend Deca" panose="020B0604020202020204" charset="0"/>
              </a:endParaRPr>
            </a:p>
            <a:p>
              <a:r>
                <a:rPr lang="en-IN" dirty="0">
                  <a:solidFill>
                    <a:srgbClr val="C00000"/>
                  </a:solidFill>
                  <a:latin typeface="Lexend Deca" panose="020B0604020202020204" charset="0"/>
                </a:rPr>
                <a:t>&lt;script </a:t>
              </a:r>
              <a:r>
                <a:rPr lang="en-IN" dirty="0">
                  <a:solidFill>
                    <a:srgbClr val="FFC000"/>
                  </a:solidFill>
                  <a:latin typeface="Lexend Deca" panose="020B0604020202020204" charset="0"/>
                </a:rPr>
                <a:t>type</a:t>
              </a:r>
              <a:r>
                <a:rPr lang="en-IN" dirty="0">
                  <a:latin typeface="Lexend Deca" panose="020B0604020202020204" charset="0"/>
                </a:rPr>
                <a:t>=“</a:t>
              </a:r>
              <a:r>
                <a:rPr lang="en-IN" dirty="0">
                  <a:solidFill>
                    <a:srgbClr val="7030A0"/>
                  </a:solidFill>
                  <a:latin typeface="Lexend Deca" panose="020B0604020202020204" charset="0"/>
                </a:rPr>
                <a:t>text/</a:t>
              </a:r>
              <a:r>
                <a:rPr lang="en-IN" dirty="0" err="1">
                  <a:solidFill>
                    <a:srgbClr val="7030A0"/>
                  </a:solidFill>
                  <a:latin typeface="Lexend Deca" panose="020B0604020202020204" charset="0"/>
                </a:rPr>
                <a:t>javascript</a:t>
              </a:r>
              <a:r>
                <a:rPr lang="en-IN" dirty="0">
                  <a:latin typeface="Lexend Deca" panose="020B0604020202020204" charset="0"/>
                </a:rPr>
                <a:t>”</a:t>
              </a:r>
              <a:r>
                <a:rPr lang="en-IN" dirty="0">
                  <a:solidFill>
                    <a:srgbClr val="C00000"/>
                  </a:solidFill>
                  <a:latin typeface="Lexend Deca" panose="020B0604020202020204" charset="0"/>
                </a:rPr>
                <a:t>&gt;</a:t>
              </a:r>
            </a:p>
            <a:p>
              <a:r>
                <a:rPr lang="en-IN" dirty="0">
                  <a:latin typeface="Lexend Deca" panose="020B0604020202020204" charset="0"/>
                </a:rPr>
                <a:t> </a:t>
              </a:r>
            </a:p>
            <a:p>
              <a:r>
                <a:rPr lang="en-IN" dirty="0">
                  <a:latin typeface="Lexend Deca" panose="020B0604020202020204" charset="0"/>
                </a:rPr>
                <a:t>     </a:t>
              </a:r>
              <a:r>
                <a:rPr lang="en-IN" dirty="0">
                  <a:solidFill>
                    <a:srgbClr val="3491C8"/>
                  </a:solidFill>
                  <a:latin typeface="Lexend Deca" panose="020B0604020202020204" charset="0"/>
                </a:rPr>
                <a:t>alert(</a:t>
              </a:r>
              <a:r>
                <a:rPr lang="en-IN" dirty="0">
                  <a:latin typeface="Lexend Deca" panose="020B0604020202020204" charset="0"/>
                </a:rPr>
                <a:t>“</a:t>
              </a:r>
              <a:r>
                <a:rPr lang="en-IN" dirty="0">
                  <a:solidFill>
                    <a:srgbClr val="FF0000"/>
                  </a:solidFill>
                  <a:latin typeface="Lexend Deca" panose="020B0604020202020204" charset="0"/>
                </a:rPr>
                <a:t>Welcome To </a:t>
              </a:r>
              <a:r>
                <a:rPr lang="en-IN" dirty="0" err="1">
                  <a:solidFill>
                    <a:srgbClr val="FF0000"/>
                  </a:solidFill>
                  <a:latin typeface="Lexend Deca" panose="020B0604020202020204" charset="0"/>
                </a:rPr>
                <a:t>WsCube</a:t>
              </a:r>
              <a:r>
                <a:rPr lang="en-IN" dirty="0">
                  <a:latin typeface="Lexend Deca" panose="020B0604020202020204" charset="0"/>
                </a:rPr>
                <a:t>”</a:t>
              </a:r>
              <a:r>
                <a:rPr lang="en-IN" dirty="0">
                  <a:solidFill>
                    <a:srgbClr val="3491C8"/>
                  </a:solidFill>
                  <a:latin typeface="Lexend Deca" panose="020B0604020202020204" charset="0"/>
                </a:rPr>
                <a:t>)</a:t>
              </a:r>
              <a:r>
                <a:rPr lang="en-IN" dirty="0">
                  <a:latin typeface="Lexend Deca" panose="020B0604020202020204" charset="0"/>
                </a:rPr>
                <a:t>;  </a:t>
              </a:r>
            </a:p>
            <a:p>
              <a:endParaRPr lang="en-IN" dirty="0">
                <a:latin typeface="Lexend Deca" panose="020B0604020202020204" charset="0"/>
              </a:endParaRPr>
            </a:p>
            <a:p>
              <a:r>
                <a:rPr lang="en-IN" dirty="0">
                  <a:solidFill>
                    <a:srgbClr val="C00000"/>
                  </a:solidFill>
                  <a:latin typeface="Lexend Deca" panose="020B0604020202020204" charset="0"/>
                </a:rPr>
                <a:t>&lt;/script&gt;</a:t>
              </a:r>
            </a:p>
            <a:p>
              <a:endParaRPr lang="en-IN" dirty="0">
                <a:latin typeface="Lexend Deca" panose="020B060402020202020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4DC056-AD2F-7902-0FD7-002EF0970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3270" y="2799529"/>
              <a:ext cx="4160011" cy="237789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1C7D81C-18E2-7681-7369-BF663D9C45D4}"/>
              </a:ext>
            </a:extLst>
          </p:cNvPr>
          <p:cNvSpPr/>
          <p:nvPr/>
        </p:nvSpPr>
        <p:spPr>
          <a:xfrm>
            <a:off x="3017520" y="5945998"/>
            <a:ext cx="44348400" cy="246648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600" b="1" dirty="0">
                <a:solidFill>
                  <a:schemeClr val="bg1"/>
                </a:solidFill>
                <a:latin typeface="Lexend Deca" panose="020B0604020202020204" charset="0"/>
              </a:rPr>
              <a:t>alert() :</a:t>
            </a:r>
            <a:r>
              <a:rPr lang="en-IN" sz="9600" dirty="0">
                <a:solidFill>
                  <a:schemeClr val="bg1"/>
                </a:solidFill>
                <a:latin typeface="Lexend Deca" panose="020B0604020202020204" charset="0"/>
              </a:rPr>
              <a:t> It is used to alert the user that something has happened.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D625CC-34EB-1C85-3648-F222D7B633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7845" y="25786078"/>
            <a:ext cx="3939180" cy="269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90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4571999"/>
            <a:ext cx="51180020" cy="24231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r>
              <a:rPr lang="en-IN" sz="8000" b="1">
                <a:latin typeface="Lexend Deca" panose="020B0604020202020204" charset="0"/>
              </a:rPr>
              <a:t>alert():</a:t>
            </a:r>
            <a:r>
              <a:rPr lang="en-IN" sz="8000">
                <a:latin typeface="Lexend Deca" panose="020B0604020202020204" charset="0"/>
              </a:rPr>
              <a:t> It is used to alert the user that something has happened.</a:t>
            </a:r>
            <a:endParaRPr lang="en-IN" sz="8000" dirty="0"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977122" y="25256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IN" sz="13800" b="1" dirty="0">
                <a:solidFill>
                  <a:schemeClr val="bg1"/>
                </a:solidFill>
                <a:latin typeface="Lexend Deca" panose="020B0604020202020204" charset="0"/>
              </a:rPr>
              <a:t>What is confirm() and how to use ?</a:t>
            </a:r>
            <a:endParaRPr lang="en-IN" sz="138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>
            <a:off x="-69293" y="4536720"/>
            <a:ext cx="51265611" cy="355320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1CF701-4EF2-235C-31CA-6188CF849142}"/>
              </a:ext>
            </a:extLst>
          </p:cNvPr>
          <p:cNvSpPr/>
          <p:nvPr/>
        </p:nvSpPr>
        <p:spPr>
          <a:xfrm>
            <a:off x="1417320" y="5623560"/>
            <a:ext cx="48417480" cy="329184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0" b="1" dirty="0">
                <a:solidFill>
                  <a:schemeClr val="bg1"/>
                </a:solidFill>
                <a:latin typeface="Lexend Deca" panose="020B0604020202020204" charset="0"/>
              </a:rPr>
              <a:t>confirm():</a:t>
            </a:r>
            <a:r>
              <a:rPr lang="en-US" sz="8000" b="1" dirty="0">
                <a:solidFill>
                  <a:schemeClr val="bg1"/>
                </a:solidFill>
                <a:latin typeface="Lexend Deca" panose="020B0604020202020204" charset="0"/>
              </a:rPr>
              <a:t>Opens up a Confirm/Cancel dialog and returns true/false depending on user’s click</a:t>
            </a:r>
            <a:endParaRPr lang="en-IN" sz="8000" b="1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CAE2A3A-496D-7152-1CD4-753B4A344735}"/>
              </a:ext>
            </a:extLst>
          </p:cNvPr>
          <p:cNvGrpSpPr/>
          <p:nvPr/>
        </p:nvGrpSpPr>
        <p:grpSpPr>
          <a:xfrm>
            <a:off x="1310802" y="11338560"/>
            <a:ext cx="48505421" cy="13533119"/>
            <a:chOff x="460700" y="2414364"/>
            <a:chExt cx="10675860" cy="365149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6147CFD-852D-6DF8-FB25-8BFD055E400D}"/>
                </a:ext>
              </a:extLst>
            </p:cNvPr>
            <p:cNvGrpSpPr/>
            <p:nvPr/>
          </p:nvGrpSpPr>
          <p:grpSpPr>
            <a:xfrm>
              <a:off x="460700" y="2414364"/>
              <a:ext cx="10675860" cy="3651496"/>
              <a:chOff x="460700" y="2414364"/>
              <a:chExt cx="10675860" cy="3651496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E8BA8E2-6B90-232D-A309-69F5B46F50BF}"/>
                  </a:ext>
                </a:extLst>
              </p:cNvPr>
              <p:cNvGrpSpPr/>
              <p:nvPr/>
            </p:nvGrpSpPr>
            <p:grpSpPr>
              <a:xfrm>
                <a:off x="460700" y="2414364"/>
                <a:ext cx="10675860" cy="3651496"/>
                <a:chOff x="695400" y="2009752"/>
                <a:chExt cx="10040764" cy="3651496"/>
              </a:xfrm>
            </p:grpSpPr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942509D6-753E-04F2-03CB-25B0397858FF}"/>
                    </a:ext>
                  </a:extLst>
                </p:cNvPr>
                <p:cNvSpPr/>
                <p:nvPr/>
              </p:nvSpPr>
              <p:spPr>
                <a:xfrm>
                  <a:off x="5600724" y="2009752"/>
                  <a:ext cx="5135440" cy="3600400"/>
                </a:xfrm>
                <a:prstGeom prst="roundRect">
                  <a:avLst>
                    <a:gd name="adj" fmla="val 0"/>
                  </a:avLst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endParaRPr lang="en-IN" sz="2000" dirty="0">
                    <a:latin typeface="Lexend Deca" panose="020B0604020202020204" charset="0"/>
                  </a:endParaRPr>
                </a:p>
              </p:txBody>
            </p:sp>
            <p:sp>
              <p:nvSpPr>
                <p:cNvPr id="18" name="Arrow: Right 17">
                  <a:extLst>
                    <a:ext uri="{FF2B5EF4-FFF2-40B4-BE49-F238E27FC236}">
                      <a16:creationId xmlns:a16="http://schemas.microsoft.com/office/drawing/2014/main" id="{788D53AF-440C-29B5-D5F0-EB069806F695}"/>
                    </a:ext>
                  </a:extLst>
                </p:cNvPr>
                <p:cNvSpPr/>
                <p:nvPr/>
              </p:nvSpPr>
              <p:spPr>
                <a:xfrm>
                  <a:off x="3341471" y="3416518"/>
                  <a:ext cx="2911505" cy="646038"/>
                </a:xfrm>
                <a:prstGeom prst="rightArrow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latin typeface="Lexend Deca" panose="020B0604020202020204" charset="0"/>
                  </a:endParaRPr>
                </a:p>
              </p:txBody>
            </p: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E1398644-A2CF-BFE0-B1FC-FEBBE7E44F79}"/>
                    </a:ext>
                  </a:extLst>
                </p:cNvPr>
                <p:cNvSpPr/>
                <p:nvPr/>
              </p:nvSpPr>
              <p:spPr>
                <a:xfrm>
                  <a:off x="695400" y="2060848"/>
                  <a:ext cx="3318491" cy="3600400"/>
                </a:xfrm>
                <a:prstGeom prst="roundRect">
                  <a:avLst>
                    <a:gd name="adj" fmla="val 0"/>
                  </a:avLst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endParaRPr lang="en-IN" sz="2000" dirty="0">
                    <a:latin typeface="Lexend Deca" panose="020B0604020202020204" charset="0"/>
                  </a:endParaRPr>
                </a:p>
              </p:txBody>
            </p:sp>
          </p:grp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8E1478C-53E0-341D-7973-9F2918586A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09757" y="3015332"/>
                <a:ext cx="4286848" cy="1925573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20F962-40F1-DC29-0857-6CBBA891B21F}"/>
                </a:ext>
              </a:extLst>
            </p:cNvPr>
            <p:cNvSpPr txBox="1"/>
            <p:nvPr/>
          </p:nvSpPr>
          <p:spPr>
            <a:xfrm>
              <a:off x="580676" y="3034102"/>
              <a:ext cx="3528392" cy="2292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IN" dirty="0">
                <a:latin typeface="Lexend Deca" panose="020B0604020202020204" charset="0"/>
              </a:endParaRPr>
            </a:p>
            <a:p>
              <a:r>
                <a:rPr lang="en-IN" dirty="0">
                  <a:solidFill>
                    <a:srgbClr val="C00000"/>
                  </a:solidFill>
                  <a:latin typeface="Lexend Deca" panose="020B0604020202020204" charset="0"/>
                </a:rPr>
                <a:t>&lt;script </a:t>
              </a:r>
              <a:r>
                <a:rPr lang="en-IN" dirty="0">
                  <a:solidFill>
                    <a:srgbClr val="FFC000"/>
                  </a:solidFill>
                  <a:latin typeface="Lexend Deca" panose="020B0604020202020204" charset="0"/>
                </a:rPr>
                <a:t>type</a:t>
              </a:r>
              <a:r>
                <a:rPr lang="en-IN" dirty="0">
                  <a:latin typeface="Lexend Deca" panose="020B0604020202020204" charset="0"/>
                </a:rPr>
                <a:t>=“</a:t>
              </a:r>
              <a:r>
                <a:rPr lang="en-IN" dirty="0">
                  <a:solidFill>
                    <a:srgbClr val="7030A0"/>
                  </a:solidFill>
                  <a:latin typeface="Lexend Deca" panose="020B0604020202020204" charset="0"/>
                </a:rPr>
                <a:t>text/</a:t>
              </a:r>
              <a:r>
                <a:rPr lang="en-IN" dirty="0" err="1">
                  <a:solidFill>
                    <a:srgbClr val="7030A0"/>
                  </a:solidFill>
                  <a:latin typeface="Lexend Deca" panose="020B0604020202020204" charset="0"/>
                </a:rPr>
                <a:t>javascript</a:t>
              </a:r>
              <a:r>
                <a:rPr lang="en-IN" dirty="0">
                  <a:latin typeface="Lexend Deca" panose="020B0604020202020204" charset="0"/>
                </a:rPr>
                <a:t>”</a:t>
              </a:r>
              <a:r>
                <a:rPr lang="en-IN" dirty="0">
                  <a:solidFill>
                    <a:srgbClr val="C00000"/>
                  </a:solidFill>
                  <a:latin typeface="Lexend Deca" panose="020B0604020202020204" charset="0"/>
                </a:rPr>
                <a:t>&gt;</a:t>
              </a:r>
            </a:p>
            <a:p>
              <a:r>
                <a:rPr lang="en-IN" dirty="0">
                  <a:latin typeface="Lexend Deca" panose="020B0604020202020204" charset="0"/>
                </a:rPr>
                <a:t> </a:t>
              </a:r>
            </a:p>
            <a:p>
              <a:r>
                <a:rPr lang="en-IN" dirty="0">
                  <a:latin typeface="Lexend Deca" panose="020B0604020202020204" charset="0"/>
                </a:rPr>
                <a:t>     </a:t>
              </a:r>
              <a:r>
                <a:rPr lang="en-IN" dirty="0">
                  <a:solidFill>
                    <a:srgbClr val="3491C8"/>
                  </a:solidFill>
                  <a:latin typeface="Lexend Deca" panose="020B0604020202020204" charset="0"/>
                </a:rPr>
                <a:t>confirm(</a:t>
              </a:r>
              <a:r>
                <a:rPr lang="en-IN" dirty="0">
                  <a:latin typeface="Lexend Deca" panose="020B0604020202020204" charset="0"/>
                </a:rPr>
                <a:t>“</a:t>
              </a:r>
              <a:r>
                <a:rPr lang="en-IN" dirty="0">
                  <a:solidFill>
                    <a:srgbClr val="FF0000"/>
                  </a:solidFill>
                  <a:latin typeface="Lexend Deca" panose="020B0604020202020204" charset="0"/>
                </a:rPr>
                <a:t>Login to </a:t>
              </a:r>
              <a:r>
                <a:rPr lang="en-IN" dirty="0" err="1">
                  <a:solidFill>
                    <a:srgbClr val="FF0000"/>
                  </a:solidFill>
                  <a:latin typeface="Lexend Deca" panose="020B0604020202020204" charset="0"/>
                </a:rPr>
                <a:t>WsCube</a:t>
              </a:r>
              <a:r>
                <a:rPr lang="en-IN" dirty="0">
                  <a:latin typeface="Lexend Deca" panose="020B0604020202020204" charset="0"/>
                </a:rPr>
                <a:t>”</a:t>
              </a:r>
              <a:r>
                <a:rPr lang="en-IN" dirty="0">
                  <a:solidFill>
                    <a:srgbClr val="3491C8"/>
                  </a:solidFill>
                  <a:latin typeface="Lexend Deca" panose="020B0604020202020204" charset="0"/>
                </a:rPr>
                <a:t>)</a:t>
              </a:r>
              <a:r>
                <a:rPr lang="en-IN" dirty="0">
                  <a:latin typeface="Lexend Deca" panose="020B0604020202020204" charset="0"/>
                </a:rPr>
                <a:t>;  </a:t>
              </a:r>
            </a:p>
            <a:p>
              <a:endParaRPr lang="en-IN" dirty="0">
                <a:latin typeface="Lexend Deca" panose="020B0604020202020204" charset="0"/>
              </a:endParaRPr>
            </a:p>
            <a:p>
              <a:r>
                <a:rPr lang="en-IN" dirty="0">
                  <a:solidFill>
                    <a:srgbClr val="C00000"/>
                  </a:solidFill>
                  <a:latin typeface="Lexend Deca" panose="020B0604020202020204" charset="0"/>
                </a:rPr>
                <a:t>&lt;/script&gt;</a:t>
              </a:r>
            </a:p>
            <a:p>
              <a:endParaRPr lang="en-IN" dirty="0">
                <a:latin typeface="Lexend Deca" panose="020B060402020202020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6F31535-7008-6A27-D983-03BA5B9D0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7845" y="25786078"/>
            <a:ext cx="3939180" cy="269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4571999"/>
            <a:ext cx="51180020" cy="24231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r>
              <a:rPr lang="en-IN" sz="8000" b="1">
                <a:latin typeface="Lexend Deca" panose="020B0604020202020204" charset="0"/>
              </a:rPr>
              <a:t>alert():</a:t>
            </a:r>
            <a:r>
              <a:rPr lang="en-IN" sz="8000">
                <a:latin typeface="Lexend Deca" panose="020B0604020202020204" charset="0"/>
              </a:rPr>
              <a:t> It is used to alert the user that something has happened.</a:t>
            </a:r>
            <a:endParaRPr lang="en-IN" sz="8000" dirty="0"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97900" y="1280160"/>
            <a:ext cx="43264700" cy="220353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IN" sz="13800" b="1" dirty="0">
                <a:solidFill>
                  <a:schemeClr val="bg1"/>
                </a:solidFill>
                <a:latin typeface="Lexend Deca" panose="020B0604020202020204" charset="0"/>
              </a:rPr>
              <a:t>What is console.log() and how to use ?</a:t>
            </a:r>
            <a:endParaRPr lang="en-IN" sz="138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>
            <a:off x="-69293" y="4536720"/>
            <a:ext cx="51265611" cy="355320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9A465-03B4-3B68-DE8D-7798884BAAF4}"/>
              </a:ext>
            </a:extLst>
          </p:cNvPr>
          <p:cNvSpPr/>
          <p:nvPr/>
        </p:nvSpPr>
        <p:spPr>
          <a:xfrm>
            <a:off x="2880360" y="5874302"/>
            <a:ext cx="43982640" cy="272105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0" b="1" dirty="0">
                <a:solidFill>
                  <a:schemeClr val="bg1"/>
                </a:solidFill>
                <a:latin typeface="Lexend Deca" panose="020B0604020202020204" charset="0"/>
              </a:rPr>
              <a:t>console.log(): </a:t>
            </a:r>
            <a:r>
              <a:rPr lang="en-US" sz="8000" dirty="0">
                <a:solidFill>
                  <a:schemeClr val="bg1"/>
                </a:solidFill>
                <a:latin typeface="Lexend Deca" panose="020B0604020202020204" charset="0"/>
              </a:rPr>
              <a:t>Writes information to the browser console, good for debugging purposes</a:t>
            </a:r>
            <a:endParaRPr lang="en-IN" sz="80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048A78-ED7F-328F-2529-D48DC79CA794}"/>
              </a:ext>
            </a:extLst>
          </p:cNvPr>
          <p:cNvGrpSpPr/>
          <p:nvPr/>
        </p:nvGrpSpPr>
        <p:grpSpPr>
          <a:xfrm>
            <a:off x="1237940" y="11574473"/>
            <a:ext cx="46768060" cy="13754407"/>
            <a:chOff x="460700" y="2430473"/>
            <a:chExt cx="10027700" cy="363538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7AB16EF-AF6F-5B30-D2D0-91FFB6A25BBD}"/>
                </a:ext>
              </a:extLst>
            </p:cNvPr>
            <p:cNvGrpSpPr/>
            <p:nvPr/>
          </p:nvGrpSpPr>
          <p:grpSpPr>
            <a:xfrm>
              <a:off x="460700" y="2430473"/>
              <a:ext cx="10027700" cy="3635387"/>
              <a:chOff x="695400" y="2025861"/>
              <a:chExt cx="9579354" cy="3635387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3E9A8E2E-2243-38E6-1713-A5F9BDB52DEC}"/>
                  </a:ext>
                </a:extLst>
              </p:cNvPr>
              <p:cNvSpPr/>
              <p:nvPr/>
            </p:nvSpPr>
            <p:spPr>
              <a:xfrm>
                <a:off x="6170298" y="2025861"/>
                <a:ext cx="4104456" cy="3600400"/>
              </a:xfrm>
              <a:prstGeom prst="roundRect">
                <a:avLst>
                  <a:gd name="adj" fmla="val 0"/>
                </a:avLst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IN" sz="2000" dirty="0">
                  <a:latin typeface="Lexend Deca" panose="020B0604020202020204" charset="0"/>
                </a:endParaRPr>
              </a:p>
            </p:txBody>
          </p:sp>
          <p:sp>
            <p:nvSpPr>
              <p:cNvPr id="9" name="Arrow: Right 8">
                <a:extLst>
                  <a:ext uri="{FF2B5EF4-FFF2-40B4-BE49-F238E27FC236}">
                    <a16:creationId xmlns:a16="http://schemas.microsoft.com/office/drawing/2014/main" id="{EB5D0580-DDA1-F422-A458-AA439E38D8E0}"/>
                  </a:ext>
                </a:extLst>
              </p:cNvPr>
              <p:cNvSpPr/>
              <p:nvPr/>
            </p:nvSpPr>
            <p:spPr>
              <a:xfrm>
                <a:off x="4439816" y="3503042"/>
                <a:ext cx="2232247" cy="646038"/>
              </a:xfrm>
              <a:prstGeom prst="rightArrow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Lexend Deca" panose="020B0604020202020204" charset="0"/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8D397F34-FFF9-C52F-F403-E01ED22A93FA}"/>
                  </a:ext>
                </a:extLst>
              </p:cNvPr>
              <p:cNvSpPr/>
              <p:nvPr/>
            </p:nvSpPr>
            <p:spPr>
              <a:xfrm>
                <a:off x="695400" y="2060848"/>
                <a:ext cx="4529976" cy="3600400"/>
              </a:xfrm>
              <a:prstGeom prst="roundRect">
                <a:avLst>
                  <a:gd name="adj" fmla="val 0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IN" sz="2000" dirty="0">
                  <a:latin typeface="Lexend Deca" panose="020B0604020202020204" charset="0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B51654-134A-58E2-7A21-7C44277ADE46}"/>
                </a:ext>
              </a:extLst>
            </p:cNvPr>
            <p:cNvSpPr txBox="1"/>
            <p:nvPr/>
          </p:nvSpPr>
          <p:spPr>
            <a:xfrm>
              <a:off x="551384" y="2962457"/>
              <a:ext cx="4651310" cy="224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IN" dirty="0">
                <a:latin typeface="Lexend Deca" panose="020B0604020202020204" charset="0"/>
              </a:endParaRPr>
            </a:p>
            <a:p>
              <a:r>
                <a:rPr lang="en-IN" dirty="0">
                  <a:solidFill>
                    <a:srgbClr val="C00000"/>
                  </a:solidFill>
                  <a:latin typeface="Lexend Deca" panose="020B0604020202020204" charset="0"/>
                </a:rPr>
                <a:t>&lt;script </a:t>
              </a:r>
              <a:r>
                <a:rPr lang="en-IN" dirty="0">
                  <a:solidFill>
                    <a:srgbClr val="FFC000"/>
                  </a:solidFill>
                  <a:latin typeface="Lexend Deca" panose="020B0604020202020204" charset="0"/>
                </a:rPr>
                <a:t>type</a:t>
              </a:r>
              <a:r>
                <a:rPr lang="en-IN" dirty="0">
                  <a:latin typeface="Lexend Deca" panose="020B0604020202020204" charset="0"/>
                </a:rPr>
                <a:t>=“</a:t>
              </a:r>
              <a:r>
                <a:rPr lang="en-IN" dirty="0">
                  <a:solidFill>
                    <a:srgbClr val="7030A0"/>
                  </a:solidFill>
                  <a:latin typeface="Lexend Deca" panose="020B0604020202020204" charset="0"/>
                </a:rPr>
                <a:t>text/</a:t>
              </a:r>
              <a:r>
                <a:rPr lang="en-IN" dirty="0" err="1">
                  <a:solidFill>
                    <a:srgbClr val="7030A0"/>
                  </a:solidFill>
                  <a:latin typeface="Lexend Deca" panose="020B0604020202020204" charset="0"/>
                </a:rPr>
                <a:t>javascript</a:t>
              </a:r>
              <a:r>
                <a:rPr lang="en-IN" dirty="0">
                  <a:latin typeface="Lexend Deca" panose="020B0604020202020204" charset="0"/>
                </a:rPr>
                <a:t>”</a:t>
              </a:r>
              <a:r>
                <a:rPr lang="en-IN" dirty="0">
                  <a:solidFill>
                    <a:srgbClr val="C00000"/>
                  </a:solidFill>
                  <a:latin typeface="Lexend Deca" panose="020B0604020202020204" charset="0"/>
                </a:rPr>
                <a:t>&gt;</a:t>
              </a:r>
            </a:p>
            <a:p>
              <a:endParaRPr lang="en-IN" dirty="0">
                <a:latin typeface="Lexend Deca" panose="020B0604020202020204" charset="0"/>
              </a:endParaRPr>
            </a:p>
            <a:p>
              <a:r>
                <a:rPr lang="en-IN" dirty="0">
                  <a:latin typeface="Lexend Deca" panose="020B0604020202020204" charset="0"/>
                </a:rPr>
                <a:t> </a:t>
              </a:r>
              <a:r>
                <a:rPr lang="en-IN" dirty="0">
                  <a:solidFill>
                    <a:srgbClr val="3491C8"/>
                  </a:solidFill>
                  <a:latin typeface="Lexend Deca" panose="020B0604020202020204" charset="0"/>
                </a:rPr>
                <a:t>console.log(</a:t>
              </a:r>
              <a:r>
                <a:rPr lang="en-I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Lexend Deca" panose="020B0604020202020204" charset="0"/>
                </a:rPr>
                <a:t>"</a:t>
              </a:r>
              <a:r>
                <a:rPr lang="en-IN" dirty="0" err="1">
                  <a:solidFill>
                    <a:srgbClr val="FF0000"/>
                  </a:solidFill>
                  <a:latin typeface="Lexend Deca" panose="020B0604020202020204" charset="0"/>
                </a:rPr>
                <a:t>WsCube</a:t>
              </a:r>
              <a:r>
                <a:rPr lang="en-IN" dirty="0">
                  <a:solidFill>
                    <a:srgbClr val="FF0000"/>
                  </a:solidFill>
                  <a:latin typeface="Lexend Deca" panose="020B0604020202020204" charset="0"/>
                </a:rPr>
                <a:t> JavaScript Tutorials</a:t>
              </a:r>
              <a:r>
                <a:rPr lang="en-I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Lexend Deca" panose="020B0604020202020204" charset="0"/>
                </a:rPr>
                <a:t>"</a:t>
              </a:r>
              <a:r>
                <a:rPr lang="en-IN" dirty="0">
                  <a:solidFill>
                    <a:srgbClr val="3491C8"/>
                  </a:solidFill>
                  <a:latin typeface="Lexend Deca" panose="020B0604020202020204" charset="0"/>
                </a:rPr>
                <a:t>);</a:t>
              </a:r>
              <a:r>
                <a:rPr lang="en-IN" dirty="0">
                  <a:latin typeface="Lexend Deca" panose="020B0604020202020204" charset="0"/>
                </a:rPr>
                <a:t>    </a:t>
              </a:r>
            </a:p>
            <a:p>
              <a:endParaRPr lang="en-IN" dirty="0">
                <a:latin typeface="Lexend Deca" panose="020B0604020202020204" charset="0"/>
              </a:endParaRPr>
            </a:p>
            <a:p>
              <a:r>
                <a:rPr lang="en-IN" dirty="0">
                  <a:solidFill>
                    <a:srgbClr val="C00000"/>
                  </a:solidFill>
                  <a:latin typeface="Lexend Deca" panose="020B0604020202020204" charset="0"/>
                </a:rPr>
                <a:t>&lt;/script&gt;</a:t>
              </a:r>
            </a:p>
            <a:p>
              <a:endParaRPr lang="en-IN" dirty="0">
                <a:latin typeface="Lexend Deca" panose="020B060402020202020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07E3F0B-3574-F5A5-1CD5-2E8CA53E9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9888" y="3082630"/>
              <a:ext cx="2800465" cy="1513979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C2A5B02-0C1E-1430-267A-CF03EAB47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7845" y="25786078"/>
            <a:ext cx="3939180" cy="269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5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4663439"/>
            <a:ext cx="51180020" cy="24231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r>
              <a:rPr lang="en-IN" sz="8000" b="1">
                <a:latin typeface="Lexend Deca" panose="020B0604020202020204" charset="0"/>
              </a:rPr>
              <a:t>alert():</a:t>
            </a:r>
            <a:r>
              <a:rPr lang="en-IN" sz="8000">
                <a:latin typeface="Lexend Deca" panose="020B0604020202020204" charset="0"/>
              </a:rPr>
              <a:t> It is used to alert the user that something has happened.</a:t>
            </a:r>
            <a:endParaRPr lang="en-IN" sz="8000" dirty="0"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4456094" y="806937"/>
            <a:ext cx="35883704" cy="220353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IN" sz="11500" b="1" dirty="0">
                <a:solidFill>
                  <a:schemeClr val="bg1"/>
                </a:solidFill>
                <a:latin typeface="Lexend Deca" panose="020B0604020202020204" charset="0"/>
              </a:rPr>
              <a:t>What is </a:t>
            </a:r>
            <a:r>
              <a:rPr lang="en-IN" sz="11500" b="1" dirty="0" err="1">
                <a:solidFill>
                  <a:schemeClr val="bg1"/>
                </a:solidFill>
                <a:latin typeface="Lexend Deca" panose="020B0604020202020204" charset="0"/>
              </a:rPr>
              <a:t>document.write</a:t>
            </a:r>
            <a:r>
              <a:rPr lang="en-IN" sz="11500" b="1" dirty="0">
                <a:solidFill>
                  <a:schemeClr val="bg1"/>
                </a:solidFill>
                <a:latin typeface="Lexend Deca" panose="020B0604020202020204" charset="0"/>
              </a:rPr>
              <a:t>() and how to use ?</a:t>
            </a:r>
            <a:endParaRPr lang="en-IN" sz="115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>
            <a:off x="-69293" y="4536720"/>
            <a:ext cx="51265611" cy="355320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A2003-FB08-4186-9539-FBD832E29C14}"/>
              </a:ext>
            </a:extLst>
          </p:cNvPr>
          <p:cNvSpPr/>
          <p:nvPr/>
        </p:nvSpPr>
        <p:spPr>
          <a:xfrm>
            <a:off x="3977640" y="5828582"/>
            <a:ext cx="40827960" cy="258389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500" b="1" dirty="0" err="1">
                <a:solidFill>
                  <a:schemeClr val="bg1"/>
                </a:solidFill>
                <a:latin typeface="Lexend Deca" panose="020B0604020202020204" charset="0"/>
              </a:rPr>
              <a:t>document.write</a:t>
            </a:r>
            <a:r>
              <a:rPr lang="en-IN" sz="11500" b="1" dirty="0">
                <a:solidFill>
                  <a:schemeClr val="bg1"/>
                </a:solidFill>
                <a:latin typeface="Lexend Deca" panose="020B0604020202020204" charset="0"/>
              </a:rPr>
              <a:t>(): </a:t>
            </a:r>
            <a:r>
              <a:rPr lang="en-US" sz="11500" dirty="0">
                <a:solidFill>
                  <a:schemeClr val="bg1"/>
                </a:solidFill>
                <a:latin typeface="Lexend Deca" panose="020B0604020202020204" charset="0"/>
              </a:rPr>
              <a:t>Write directly to the HTML document</a:t>
            </a:r>
            <a:endParaRPr lang="en-IN" sz="115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2668E4-69BA-E56B-7E37-AE3987C61215}"/>
              </a:ext>
            </a:extLst>
          </p:cNvPr>
          <p:cNvGrpSpPr/>
          <p:nvPr/>
        </p:nvGrpSpPr>
        <p:grpSpPr>
          <a:xfrm>
            <a:off x="2011680" y="11718410"/>
            <a:ext cx="44439840" cy="12833230"/>
            <a:chOff x="1271464" y="2353070"/>
            <a:chExt cx="9216936" cy="371279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4B58B0D-3416-0ACD-E41F-72CC1CBBA154}"/>
                </a:ext>
              </a:extLst>
            </p:cNvPr>
            <p:cNvGrpSpPr/>
            <p:nvPr/>
          </p:nvGrpSpPr>
          <p:grpSpPr>
            <a:xfrm>
              <a:off x="1271464" y="2430473"/>
              <a:ext cx="9216936" cy="3635387"/>
              <a:chOff x="1271464" y="2430473"/>
              <a:chExt cx="9216936" cy="363538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DE2C69F-05F2-3A19-1465-F035F72B3A38}"/>
                  </a:ext>
                </a:extLst>
              </p:cNvPr>
              <p:cNvGrpSpPr/>
              <p:nvPr/>
            </p:nvGrpSpPr>
            <p:grpSpPr>
              <a:xfrm>
                <a:off x="1271464" y="2430473"/>
                <a:ext cx="9216936" cy="3635387"/>
                <a:chOff x="1469914" y="2025861"/>
                <a:chExt cx="8804840" cy="3635387"/>
              </a:xfrm>
            </p:grpSpPr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5C50BCC1-8759-9EEF-0D4E-B96FB6F79D96}"/>
                    </a:ext>
                  </a:extLst>
                </p:cNvPr>
                <p:cNvSpPr/>
                <p:nvPr/>
              </p:nvSpPr>
              <p:spPr>
                <a:xfrm>
                  <a:off x="6170298" y="2025861"/>
                  <a:ext cx="4104456" cy="3600400"/>
                </a:xfrm>
                <a:prstGeom prst="roundRect">
                  <a:avLst>
                    <a:gd name="adj" fmla="val 0"/>
                  </a:avLst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endParaRPr lang="en-IN" sz="2000" dirty="0">
                    <a:latin typeface="Lexend Deca" panose="020B0604020202020204" charset="0"/>
                  </a:endParaRPr>
                </a:p>
              </p:txBody>
            </p:sp>
            <p:sp>
              <p:nvSpPr>
                <p:cNvPr id="18" name="Arrow: Right 17">
                  <a:extLst>
                    <a:ext uri="{FF2B5EF4-FFF2-40B4-BE49-F238E27FC236}">
                      <a16:creationId xmlns:a16="http://schemas.microsoft.com/office/drawing/2014/main" id="{0C88DA0E-2A98-01C3-6B58-FA1710B171CE}"/>
                    </a:ext>
                  </a:extLst>
                </p:cNvPr>
                <p:cNvSpPr/>
                <p:nvPr/>
              </p:nvSpPr>
              <p:spPr>
                <a:xfrm>
                  <a:off x="4439816" y="3503042"/>
                  <a:ext cx="1858266" cy="646038"/>
                </a:xfrm>
                <a:prstGeom prst="rightArrow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latin typeface="Lexend Deca" panose="020B0604020202020204" charset="0"/>
                  </a:endParaRPr>
                </a:p>
              </p:txBody>
            </p: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ACCA01AE-0DF7-1FAE-35FF-0D284AC68F55}"/>
                    </a:ext>
                  </a:extLst>
                </p:cNvPr>
                <p:cNvSpPr/>
                <p:nvPr/>
              </p:nvSpPr>
              <p:spPr>
                <a:xfrm>
                  <a:off x="1469914" y="2060848"/>
                  <a:ext cx="3755462" cy="3600400"/>
                </a:xfrm>
                <a:prstGeom prst="roundRect">
                  <a:avLst>
                    <a:gd name="adj" fmla="val 0"/>
                  </a:avLst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endParaRPr lang="en-IN" sz="2000" dirty="0">
                    <a:latin typeface="Lexend Deca" panose="020B0604020202020204" charset="0"/>
                  </a:endParaRPr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8B8B54-6989-778D-4108-2AD26E629A02}"/>
                  </a:ext>
                </a:extLst>
              </p:cNvPr>
              <p:cNvSpPr txBox="1"/>
              <p:nvPr/>
            </p:nvSpPr>
            <p:spPr>
              <a:xfrm>
                <a:off x="1487488" y="2962457"/>
                <a:ext cx="3715206" cy="1807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endParaRPr lang="en-IN" sz="8000" dirty="0">
                  <a:latin typeface="Lexend Deca" panose="020B0604020202020204" charset="0"/>
                </a:endParaRPr>
              </a:p>
              <a:p>
                <a:r>
                  <a:rPr lang="en-IN" sz="8000" dirty="0">
                    <a:solidFill>
                      <a:srgbClr val="C00000"/>
                    </a:solidFill>
                    <a:latin typeface="Lexend Deca" panose="020B0604020202020204" charset="0"/>
                  </a:rPr>
                  <a:t>&lt;script </a:t>
                </a:r>
                <a:r>
                  <a:rPr lang="en-IN" sz="8000" dirty="0">
                    <a:solidFill>
                      <a:srgbClr val="FFC000"/>
                    </a:solidFill>
                    <a:latin typeface="Lexend Deca" panose="020B0604020202020204" charset="0"/>
                  </a:rPr>
                  <a:t>type</a:t>
                </a:r>
                <a:r>
                  <a:rPr lang="en-IN" sz="8000" dirty="0">
                    <a:latin typeface="Lexend Deca" panose="020B0604020202020204" charset="0"/>
                  </a:rPr>
                  <a:t>=“</a:t>
                </a:r>
                <a:r>
                  <a:rPr lang="en-IN" sz="8000" dirty="0">
                    <a:solidFill>
                      <a:srgbClr val="7030A0"/>
                    </a:solidFill>
                    <a:latin typeface="Lexend Deca" panose="020B0604020202020204" charset="0"/>
                  </a:rPr>
                  <a:t>text/</a:t>
                </a:r>
                <a:r>
                  <a:rPr lang="en-IN" sz="8000" dirty="0" err="1">
                    <a:solidFill>
                      <a:srgbClr val="7030A0"/>
                    </a:solidFill>
                    <a:latin typeface="Lexend Deca" panose="020B0604020202020204" charset="0"/>
                  </a:rPr>
                  <a:t>javascript</a:t>
                </a:r>
                <a:r>
                  <a:rPr lang="en-IN" sz="8000" dirty="0">
                    <a:latin typeface="Lexend Deca" panose="020B0604020202020204" charset="0"/>
                  </a:rPr>
                  <a:t>”</a:t>
                </a:r>
                <a:r>
                  <a:rPr lang="en-IN" sz="8000" dirty="0">
                    <a:solidFill>
                      <a:srgbClr val="C00000"/>
                    </a:solidFill>
                    <a:latin typeface="Lexend Deca" panose="020B0604020202020204" charset="0"/>
                  </a:rPr>
                  <a:t>&gt;</a:t>
                </a:r>
                <a:endParaRPr lang="en-IN" sz="8000" dirty="0">
                  <a:latin typeface="Lexend Deca" panose="020B0604020202020204" charset="0"/>
                </a:endParaRPr>
              </a:p>
              <a:p>
                <a:r>
                  <a:rPr lang="en-IN" sz="8000" dirty="0">
                    <a:latin typeface="Lexend Deca" panose="020B0604020202020204" charset="0"/>
                  </a:rPr>
                  <a:t>    </a:t>
                </a:r>
                <a:r>
                  <a:rPr lang="en-IN" sz="8000" dirty="0" err="1">
                    <a:solidFill>
                      <a:srgbClr val="3491C8"/>
                    </a:solidFill>
                    <a:latin typeface="Lexend Deca" panose="020B0604020202020204" charset="0"/>
                  </a:rPr>
                  <a:t>document.write</a:t>
                </a:r>
                <a:r>
                  <a:rPr lang="en-IN" sz="8000" dirty="0">
                    <a:solidFill>
                      <a:srgbClr val="3491C8"/>
                    </a:solidFill>
                    <a:latin typeface="Lexend Deca" panose="020B0604020202020204" charset="0"/>
                  </a:rPr>
                  <a:t>(</a:t>
                </a:r>
                <a:r>
                  <a:rPr lang="en-IN" sz="8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Lexend Deca" panose="020B0604020202020204" charset="0"/>
                  </a:rPr>
                  <a:t>"</a:t>
                </a:r>
                <a:r>
                  <a:rPr lang="en-IN" sz="8000" dirty="0" err="1">
                    <a:solidFill>
                      <a:srgbClr val="FF0000"/>
                    </a:solidFill>
                    <a:latin typeface="Lexend Deca" panose="020B0604020202020204" charset="0"/>
                  </a:rPr>
                  <a:t>WsCube</a:t>
                </a:r>
                <a:r>
                  <a:rPr lang="en-IN" sz="8000" dirty="0">
                    <a:solidFill>
                      <a:srgbClr val="FF0000"/>
                    </a:solidFill>
                    <a:latin typeface="Lexend Deca" panose="020B0604020202020204" charset="0"/>
                  </a:rPr>
                  <a:t> Tech</a:t>
                </a:r>
                <a:r>
                  <a:rPr lang="en-IN" sz="8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Lexend Deca" panose="020B0604020202020204" charset="0"/>
                  </a:rPr>
                  <a:t>"</a:t>
                </a:r>
                <a:r>
                  <a:rPr lang="en-IN" sz="8000" dirty="0">
                    <a:solidFill>
                      <a:srgbClr val="3491C8"/>
                    </a:solidFill>
                    <a:latin typeface="Lexend Deca" panose="020B0604020202020204" charset="0"/>
                  </a:rPr>
                  <a:t>);</a:t>
                </a:r>
                <a:r>
                  <a:rPr lang="en-IN" sz="8000" dirty="0">
                    <a:latin typeface="Lexend Deca" panose="020B0604020202020204" charset="0"/>
                  </a:rPr>
                  <a:t>    </a:t>
                </a:r>
              </a:p>
              <a:p>
                <a:r>
                  <a:rPr lang="en-IN" sz="8000" dirty="0">
                    <a:solidFill>
                      <a:srgbClr val="C00000"/>
                    </a:solidFill>
                    <a:latin typeface="Lexend Deca" panose="020B0604020202020204" charset="0"/>
                  </a:rPr>
                  <a:t>&lt;/script&gt;</a:t>
                </a:r>
              </a:p>
              <a:p>
                <a:endParaRPr lang="en-IN" sz="8000" dirty="0">
                  <a:latin typeface="Lexend Deca" panose="020B0604020202020204" charset="0"/>
                </a:endParaRP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282CCC-192A-6B35-B152-51398D4E33D9}"/>
                </a:ext>
              </a:extLst>
            </p:cNvPr>
            <p:cNvSpPr/>
            <p:nvPr/>
          </p:nvSpPr>
          <p:spPr>
            <a:xfrm>
              <a:off x="6206268" y="2353070"/>
              <a:ext cx="2442036" cy="641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3800" dirty="0" err="1">
                  <a:latin typeface="Lexend Deca" panose="020B0604020202020204" charset="0"/>
                  <a:ea typeface="Calibri" panose="020F0502020204030204" pitchFamily="34" charset="0"/>
                  <a:cs typeface="Times New Roman" panose="02020603050405020304" pitchFamily="18" charset="0"/>
                </a:rPr>
                <a:t>WsCube</a:t>
              </a:r>
              <a:r>
                <a:rPr lang="en-IN" sz="13800" dirty="0">
                  <a:latin typeface="Lexend Deca" panose="020B060402020202020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Tech</a:t>
              </a:r>
              <a:endParaRPr lang="en-IN" sz="13800" dirty="0">
                <a:latin typeface="Lexend Deca" panose="020B060402020202020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EFF35E3-9F09-18A7-8132-8FAAA494F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7845" y="25786078"/>
            <a:ext cx="3939180" cy="269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59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4571999"/>
            <a:ext cx="51180020" cy="24231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r>
              <a:rPr lang="en-IN" sz="8000" b="1">
                <a:latin typeface="Lexend Deca" panose="020B0604020202020204" charset="0"/>
              </a:rPr>
              <a:t>alert():</a:t>
            </a:r>
            <a:r>
              <a:rPr lang="en-IN" sz="8000">
                <a:latin typeface="Lexend Deca" panose="020B0604020202020204" charset="0"/>
              </a:rPr>
              <a:t> It is used to alert the user that something has happened.</a:t>
            </a:r>
            <a:endParaRPr lang="en-IN" sz="8000" dirty="0"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759408" y="1132351"/>
            <a:ext cx="35883704" cy="220353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IN" sz="13800" dirty="0">
                <a:solidFill>
                  <a:schemeClr val="bg1"/>
                </a:solidFill>
                <a:latin typeface="Lexend Deca" panose="020B0604020202020204" charset="0"/>
              </a:rPr>
              <a:t>What is prompt() and how to use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>
            <a:off x="-69293" y="4536720"/>
            <a:ext cx="51265611" cy="355320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7687BC-FEA0-346D-38AE-B8319A091C1B}"/>
              </a:ext>
            </a:extLst>
          </p:cNvPr>
          <p:cNvSpPr/>
          <p:nvPr/>
        </p:nvSpPr>
        <p:spPr>
          <a:xfrm>
            <a:off x="3297873" y="5828582"/>
            <a:ext cx="44531280" cy="308681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500" b="1" dirty="0">
                <a:solidFill>
                  <a:schemeClr val="bg1"/>
                </a:solidFill>
                <a:latin typeface="Lexend Deca" panose="020B0604020202020204" charset="0"/>
              </a:rPr>
              <a:t>prompt(</a:t>
            </a:r>
            <a:r>
              <a:rPr lang="en-IN" sz="11500" b="1" dirty="0" err="1">
                <a:solidFill>
                  <a:schemeClr val="bg1"/>
                </a:solidFill>
                <a:latin typeface="Lexend Deca" panose="020B0604020202020204" charset="0"/>
              </a:rPr>
              <a:t>msg</a:t>
            </a:r>
            <a:r>
              <a:rPr lang="en-IN" sz="11500" b="1" dirty="0">
                <a:solidFill>
                  <a:schemeClr val="bg1"/>
                </a:solidFill>
                <a:latin typeface="Lexend Deca" panose="020B0604020202020204" charset="0"/>
              </a:rPr>
              <a:t>, default): </a:t>
            </a:r>
            <a:r>
              <a:rPr lang="en-US" sz="11500" dirty="0">
                <a:solidFill>
                  <a:schemeClr val="bg1"/>
                </a:solidFill>
                <a:latin typeface="Lexend Deca" panose="020B0604020202020204" charset="0"/>
              </a:rPr>
              <a:t>Creates an dialogue for user input</a:t>
            </a:r>
            <a:endParaRPr lang="en-IN" sz="115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980EAF9-4124-FB6F-AB0E-BA60E7ECE715}"/>
              </a:ext>
            </a:extLst>
          </p:cNvPr>
          <p:cNvGrpSpPr/>
          <p:nvPr/>
        </p:nvGrpSpPr>
        <p:grpSpPr>
          <a:xfrm>
            <a:off x="3429000" y="11985953"/>
            <a:ext cx="43845480" cy="14668807"/>
            <a:chOff x="1271464" y="2430473"/>
            <a:chExt cx="9649072" cy="363538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03D450B-2B70-54A1-896B-37DD2C48263B}"/>
                </a:ext>
              </a:extLst>
            </p:cNvPr>
            <p:cNvGrpSpPr/>
            <p:nvPr/>
          </p:nvGrpSpPr>
          <p:grpSpPr>
            <a:xfrm>
              <a:off x="1271464" y="2430473"/>
              <a:ext cx="9649072" cy="3635387"/>
              <a:chOff x="1271464" y="2430473"/>
              <a:chExt cx="9649072" cy="3635387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36E6F5D-02D7-9F2A-7F1C-DEC5E38A64FD}"/>
                  </a:ext>
                </a:extLst>
              </p:cNvPr>
              <p:cNvGrpSpPr/>
              <p:nvPr/>
            </p:nvGrpSpPr>
            <p:grpSpPr>
              <a:xfrm>
                <a:off x="1271464" y="2430473"/>
                <a:ext cx="9649072" cy="3635387"/>
                <a:chOff x="1469914" y="2025861"/>
                <a:chExt cx="9217655" cy="3635387"/>
              </a:xfrm>
            </p:grpSpPr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CA3EBAB3-68FB-E0F5-ACB2-C03128E8299A}"/>
                    </a:ext>
                  </a:extLst>
                </p:cNvPr>
                <p:cNvSpPr/>
                <p:nvPr/>
              </p:nvSpPr>
              <p:spPr>
                <a:xfrm>
                  <a:off x="6170298" y="2025861"/>
                  <a:ext cx="4517271" cy="3600400"/>
                </a:xfrm>
                <a:prstGeom prst="roundRect">
                  <a:avLst>
                    <a:gd name="adj" fmla="val 0"/>
                  </a:avLst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endParaRPr lang="en-IN" sz="2000" dirty="0">
                    <a:latin typeface="Lexend Deca" panose="020B0604020202020204" charset="0"/>
                  </a:endParaRPr>
                </a:p>
              </p:txBody>
            </p:sp>
            <p:sp>
              <p:nvSpPr>
                <p:cNvPr id="20" name="Arrow: Right 19">
                  <a:extLst>
                    <a:ext uri="{FF2B5EF4-FFF2-40B4-BE49-F238E27FC236}">
                      <a16:creationId xmlns:a16="http://schemas.microsoft.com/office/drawing/2014/main" id="{6B7225C3-832A-246E-384E-8C07000C7C2D}"/>
                    </a:ext>
                  </a:extLst>
                </p:cNvPr>
                <p:cNvSpPr/>
                <p:nvPr/>
              </p:nvSpPr>
              <p:spPr>
                <a:xfrm>
                  <a:off x="4439816" y="3503042"/>
                  <a:ext cx="2232247" cy="646038"/>
                </a:xfrm>
                <a:prstGeom prst="rightArrow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latin typeface="Lexend Deca" panose="020B0604020202020204" charset="0"/>
                  </a:endParaRPr>
                </a:p>
              </p:txBody>
            </p:sp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3A0F30B6-AE5B-11A0-E2C0-131323A2E31D}"/>
                    </a:ext>
                  </a:extLst>
                </p:cNvPr>
                <p:cNvSpPr/>
                <p:nvPr/>
              </p:nvSpPr>
              <p:spPr>
                <a:xfrm>
                  <a:off x="1469914" y="2060848"/>
                  <a:ext cx="3755462" cy="3600400"/>
                </a:xfrm>
                <a:prstGeom prst="roundRect">
                  <a:avLst>
                    <a:gd name="adj" fmla="val 0"/>
                  </a:avLst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endParaRPr lang="en-IN" sz="2000" dirty="0">
                    <a:latin typeface="Lexend Deca" panose="020B0604020202020204" charset="0"/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B2F356-9BBC-1E59-BC61-468D604CAF83}"/>
                  </a:ext>
                </a:extLst>
              </p:cNvPr>
              <p:cNvSpPr txBox="1"/>
              <p:nvPr/>
            </p:nvSpPr>
            <p:spPr>
              <a:xfrm>
                <a:off x="1487488" y="2962457"/>
                <a:ext cx="3715206" cy="1510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endParaRPr lang="en-IN" dirty="0">
                  <a:latin typeface="Lexend Deca" panose="020B0604020202020204" charset="0"/>
                </a:endParaRPr>
              </a:p>
              <a:p>
                <a:r>
                  <a:rPr lang="en-IN" dirty="0">
                    <a:solidFill>
                      <a:srgbClr val="C00000"/>
                    </a:solidFill>
                    <a:latin typeface="Lexend Deca" panose="020B0604020202020204" charset="0"/>
                  </a:rPr>
                  <a:t>&lt;script </a:t>
                </a:r>
                <a:r>
                  <a:rPr lang="en-IN" dirty="0">
                    <a:solidFill>
                      <a:srgbClr val="FFC000"/>
                    </a:solidFill>
                    <a:latin typeface="Lexend Deca" panose="020B0604020202020204" charset="0"/>
                  </a:rPr>
                  <a:t>type</a:t>
                </a:r>
                <a:r>
                  <a:rPr lang="en-IN" dirty="0">
                    <a:latin typeface="Lexend Deca" panose="020B0604020202020204" charset="0"/>
                  </a:rPr>
                  <a:t>=“</a:t>
                </a:r>
                <a:r>
                  <a:rPr lang="en-IN" dirty="0">
                    <a:solidFill>
                      <a:srgbClr val="7030A0"/>
                    </a:solidFill>
                    <a:latin typeface="Lexend Deca" panose="020B0604020202020204" charset="0"/>
                  </a:rPr>
                  <a:t>text/</a:t>
                </a:r>
                <a:r>
                  <a:rPr lang="en-IN" dirty="0" err="1">
                    <a:solidFill>
                      <a:srgbClr val="7030A0"/>
                    </a:solidFill>
                    <a:latin typeface="Lexend Deca" panose="020B0604020202020204" charset="0"/>
                  </a:rPr>
                  <a:t>javascript</a:t>
                </a:r>
                <a:r>
                  <a:rPr lang="en-IN" dirty="0">
                    <a:latin typeface="Lexend Deca" panose="020B0604020202020204" charset="0"/>
                  </a:rPr>
                  <a:t>”</a:t>
                </a:r>
                <a:r>
                  <a:rPr lang="en-IN" dirty="0">
                    <a:solidFill>
                      <a:srgbClr val="C00000"/>
                    </a:solidFill>
                    <a:latin typeface="Lexend Deca" panose="020B0604020202020204" charset="0"/>
                  </a:rPr>
                  <a:t>&gt;</a:t>
                </a:r>
              </a:p>
              <a:p>
                <a:r>
                  <a:rPr lang="en-IN" dirty="0">
                    <a:latin typeface="Lexend Deca" panose="020B0604020202020204" charset="0"/>
                  </a:rPr>
                  <a:t>    </a:t>
                </a:r>
                <a:r>
                  <a:rPr lang="en-IN" dirty="0">
                    <a:solidFill>
                      <a:srgbClr val="00B0F0"/>
                    </a:solidFill>
                    <a:latin typeface="Lexend Deca" panose="020B0604020202020204" charset="0"/>
                  </a:rPr>
                  <a:t>prompt(</a:t>
                </a:r>
                <a:r>
                  <a:rPr lang="en-IN" dirty="0">
                    <a:latin typeface="Lexend Deca" panose="020B0604020202020204" charset="0"/>
                  </a:rPr>
                  <a:t>“</a:t>
                </a:r>
                <a:r>
                  <a:rPr lang="en-IN" dirty="0">
                    <a:solidFill>
                      <a:srgbClr val="FF0000"/>
                    </a:solidFill>
                    <a:latin typeface="Lexend Deca" panose="020B0604020202020204" charset="0"/>
                  </a:rPr>
                  <a:t>hello",“</a:t>
                </a:r>
                <a:r>
                  <a:rPr lang="en-IN" dirty="0" err="1">
                    <a:solidFill>
                      <a:srgbClr val="FF0000"/>
                    </a:solidFill>
                    <a:latin typeface="Lexend Deca" panose="020B0604020202020204" charset="0"/>
                  </a:rPr>
                  <a:t>wscube</a:t>
                </a:r>
                <a:r>
                  <a:rPr lang="en-IN" dirty="0">
                    <a:latin typeface="Lexend Deca" panose="020B0604020202020204" charset="0"/>
                  </a:rPr>
                  <a:t>"</a:t>
                </a:r>
                <a:r>
                  <a:rPr lang="en-IN" dirty="0">
                    <a:solidFill>
                      <a:srgbClr val="00B0F0"/>
                    </a:solidFill>
                    <a:latin typeface="Lexend Deca" panose="020B0604020202020204" charset="0"/>
                  </a:rPr>
                  <a:t>)</a:t>
                </a:r>
                <a:r>
                  <a:rPr lang="en-IN" dirty="0">
                    <a:latin typeface="Lexend Deca" panose="020B0604020202020204" charset="0"/>
                  </a:rPr>
                  <a:t>;</a:t>
                </a:r>
              </a:p>
              <a:p>
                <a:r>
                  <a:rPr lang="en-IN" dirty="0">
                    <a:solidFill>
                      <a:srgbClr val="C00000"/>
                    </a:solidFill>
                    <a:latin typeface="Lexend Deca" panose="020B0604020202020204" charset="0"/>
                  </a:rPr>
                  <a:t>&lt;/script&gt;</a:t>
                </a:r>
              </a:p>
              <a:p>
                <a:endParaRPr lang="en-IN" dirty="0">
                  <a:latin typeface="Lexend Deca" panose="020B0604020202020204" charset="0"/>
                </a:endParaRP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CAD69FA-4D28-A57A-3E2E-1FA047242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8727" y="3092107"/>
              <a:ext cx="4020172" cy="2192052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150372A-7C4C-7315-C772-F0F454E8C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7845" y="25786078"/>
            <a:ext cx="3939180" cy="269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82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594375" cy="29032926"/>
          </a:xfrm>
          <a:custGeom>
            <a:avLst/>
            <a:gdLst>
              <a:gd name="connsiteX0" fmla="*/ 0 w 5158409"/>
              <a:gd name="connsiteY0" fmla="*/ 0 h 5143451"/>
              <a:gd name="connsiteX1" fmla="*/ 5158409 w 5158409"/>
              <a:gd name="connsiteY1" fmla="*/ 0 h 5143451"/>
              <a:gd name="connsiteX2" fmla="*/ 5158409 w 5158409"/>
              <a:gd name="connsiteY2" fmla="*/ 5143451 h 5143451"/>
              <a:gd name="connsiteX3" fmla="*/ 0 w 5158409"/>
              <a:gd name="connsiteY3" fmla="*/ 5143451 h 5143451"/>
              <a:gd name="connsiteX4" fmla="*/ 0 w 5158409"/>
              <a:gd name="connsiteY4" fmla="*/ 0 h 5143451"/>
              <a:gd name="connsiteX0" fmla="*/ 0 w 5685183"/>
              <a:gd name="connsiteY0" fmla="*/ 0 h 5163329"/>
              <a:gd name="connsiteX1" fmla="*/ 5158409 w 5685183"/>
              <a:gd name="connsiteY1" fmla="*/ 0 h 5163329"/>
              <a:gd name="connsiteX2" fmla="*/ 5685183 w 5685183"/>
              <a:gd name="connsiteY2" fmla="*/ 5163329 h 5163329"/>
              <a:gd name="connsiteX3" fmla="*/ 0 w 5685183"/>
              <a:gd name="connsiteY3" fmla="*/ 5143451 h 5163329"/>
              <a:gd name="connsiteX4" fmla="*/ 0 w 5685183"/>
              <a:gd name="connsiteY4" fmla="*/ 0 h 5163329"/>
              <a:gd name="connsiteX0" fmla="*/ 0 w 5685183"/>
              <a:gd name="connsiteY0" fmla="*/ 9918 h 5173247"/>
              <a:gd name="connsiteX1" fmla="*/ 5379442 w 5685183"/>
              <a:gd name="connsiteY1" fmla="*/ 0 h 5173247"/>
              <a:gd name="connsiteX2" fmla="*/ 5685183 w 5685183"/>
              <a:gd name="connsiteY2" fmla="*/ 5173247 h 5173247"/>
              <a:gd name="connsiteX3" fmla="*/ 0 w 5685183"/>
              <a:gd name="connsiteY3" fmla="*/ 5153369 h 5173247"/>
              <a:gd name="connsiteX4" fmla="*/ 0 w 5685183"/>
              <a:gd name="connsiteY4" fmla="*/ 9918 h 517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85183" h="5173247">
                <a:moveTo>
                  <a:pt x="0" y="9918"/>
                </a:moveTo>
                <a:lnTo>
                  <a:pt x="5379442" y="0"/>
                </a:lnTo>
                <a:lnTo>
                  <a:pt x="5685183" y="5173247"/>
                </a:lnTo>
                <a:lnTo>
                  <a:pt x="0" y="5153369"/>
                </a:lnTo>
                <a:lnTo>
                  <a:pt x="0" y="991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sp>
        <p:nvSpPr>
          <p:cNvPr id="352" name="Google Shape;352;p35"/>
          <p:cNvSpPr txBox="1">
            <a:spLocks noGrp="1"/>
          </p:cNvSpPr>
          <p:nvPr>
            <p:ph type="subTitle" idx="4294967295"/>
          </p:nvPr>
        </p:nvSpPr>
        <p:spPr>
          <a:xfrm>
            <a:off x="4128572" y="14630400"/>
            <a:ext cx="25154877" cy="1307883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9000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wscube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9000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wscubetech.india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www.wscubetech.com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</a:rPr>
              <a:t>Subscribe To Get Notified about New Videos 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3" name="Google Shape;35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6475" y="13134416"/>
            <a:ext cx="17731886" cy="10582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52392" y="8844564"/>
            <a:ext cx="3067957" cy="894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60854" y="1377636"/>
            <a:ext cx="7155211" cy="83903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3337;p69"/>
          <p:cNvGrpSpPr/>
          <p:nvPr/>
        </p:nvGrpSpPr>
        <p:grpSpPr>
          <a:xfrm>
            <a:off x="1826418" y="24093693"/>
            <a:ext cx="1745068" cy="1381223"/>
            <a:chOff x="3476576" y="2633631"/>
            <a:chExt cx="417024" cy="293244"/>
          </a:xfrm>
          <a:solidFill>
            <a:srgbClr val="00AAFD"/>
          </a:solidFill>
        </p:grpSpPr>
        <p:sp>
          <p:nvSpPr>
            <p:cNvPr id="13" name="Google Shape;13338;p69"/>
            <p:cNvSpPr/>
            <p:nvPr/>
          </p:nvSpPr>
          <p:spPr>
            <a:xfrm>
              <a:off x="3476576" y="2633631"/>
              <a:ext cx="417024" cy="293244"/>
            </a:xfrm>
            <a:custGeom>
              <a:avLst/>
              <a:gdLst/>
              <a:ahLst/>
              <a:cxnLst/>
              <a:rect l="l" t="t" r="r" b="b"/>
              <a:pathLst>
                <a:path w="19982" h="14051" extrusionOk="0">
                  <a:moveTo>
                    <a:pt x="17056" y="1172"/>
                  </a:moveTo>
                  <a:cubicBezTo>
                    <a:pt x="18023" y="1172"/>
                    <a:pt x="18811" y="1961"/>
                    <a:pt x="18811" y="2929"/>
                  </a:cubicBezTo>
                  <a:lnTo>
                    <a:pt x="18811" y="11124"/>
                  </a:lnTo>
                  <a:cubicBezTo>
                    <a:pt x="18811" y="12092"/>
                    <a:pt x="18023" y="12881"/>
                    <a:pt x="17056" y="12881"/>
                  </a:cubicBezTo>
                  <a:lnTo>
                    <a:pt x="2927" y="12881"/>
                  </a:lnTo>
                  <a:cubicBezTo>
                    <a:pt x="1959" y="12881"/>
                    <a:pt x="1172" y="12092"/>
                    <a:pt x="1172" y="11124"/>
                  </a:cubicBezTo>
                  <a:lnTo>
                    <a:pt x="1172" y="2929"/>
                  </a:lnTo>
                  <a:cubicBezTo>
                    <a:pt x="1172" y="1961"/>
                    <a:pt x="1959" y="1172"/>
                    <a:pt x="2927" y="1172"/>
                  </a:cubicBezTo>
                  <a:close/>
                  <a:moveTo>
                    <a:pt x="2927" y="1"/>
                  </a:moveTo>
                  <a:cubicBezTo>
                    <a:pt x="1313" y="1"/>
                    <a:pt x="1" y="1315"/>
                    <a:pt x="1" y="2929"/>
                  </a:cubicBezTo>
                  <a:lnTo>
                    <a:pt x="1" y="11124"/>
                  </a:lnTo>
                  <a:cubicBezTo>
                    <a:pt x="1" y="12738"/>
                    <a:pt x="1313" y="14050"/>
                    <a:pt x="2927" y="14050"/>
                  </a:cubicBezTo>
                  <a:lnTo>
                    <a:pt x="17056" y="14050"/>
                  </a:lnTo>
                  <a:cubicBezTo>
                    <a:pt x="18669" y="14050"/>
                    <a:pt x="19982" y="12738"/>
                    <a:pt x="19982" y="11124"/>
                  </a:cubicBezTo>
                  <a:lnTo>
                    <a:pt x="19982" y="2929"/>
                  </a:lnTo>
                  <a:cubicBezTo>
                    <a:pt x="19982" y="1315"/>
                    <a:pt x="18669" y="1"/>
                    <a:pt x="17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" name="Google Shape;13339;p69"/>
            <p:cNvSpPr/>
            <p:nvPr/>
          </p:nvSpPr>
          <p:spPr>
            <a:xfrm>
              <a:off x="3636206" y="2706945"/>
              <a:ext cx="122194" cy="146633"/>
            </a:xfrm>
            <a:custGeom>
              <a:avLst/>
              <a:gdLst/>
              <a:ahLst/>
              <a:cxnLst/>
              <a:rect l="l" t="t" r="r" b="b"/>
              <a:pathLst>
                <a:path w="5855" h="7026" extrusionOk="0">
                  <a:moveTo>
                    <a:pt x="1172" y="1643"/>
                  </a:moveTo>
                  <a:lnTo>
                    <a:pt x="4165" y="3514"/>
                  </a:lnTo>
                  <a:lnTo>
                    <a:pt x="1172" y="5384"/>
                  </a:lnTo>
                  <a:lnTo>
                    <a:pt x="1172" y="1643"/>
                  </a:lnTo>
                  <a:close/>
                  <a:moveTo>
                    <a:pt x="586" y="0"/>
                  </a:moveTo>
                  <a:cubicBezTo>
                    <a:pt x="489" y="0"/>
                    <a:pt x="391" y="25"/>
                    <a:pt x="302" y="74"/>
                  </a:cubicBezTo>
                  <a:cubicBezTo>
                    <a:pt x="116" y="178"/>
                    <a:pt x="1" y="373"/>
                    <a:pt x="1" y="587"/>
                  </a:cubicBezTo>
                  <a:lnTo>
                    <a:pt x="1" y="6440"/>
                  </a:lnTo>
                  <a:cubicBezTo>
                    <a:pt x="1" y="6653"/>
                    <a:pt x="116" y="6849"/>
                    <a:pt x="302" y="6953"/>
                  </a:cubicBezTo>
                  <a:cubicBezTo>
                    <a:pt x="389" y="7001"/>
                    <a:pt x="487" y="7026"/>
                    <a:pt x="585" y="7026"/>
                  </a:cubicBezTo>
                  <a:cubicBezTo>
                    <a:pt x="693" y="7026"/>
                    <a:pt x="801" y="6997"/>
                    <a:pt x="896" y="6937"/>
                  </a:cubicBezTo>
                  <a:lnTo>
                    <a:pt x="5580" y="4010"/>
                  </a:lnTo>
                  <a:cubicBezTo>
                    <a:pt x="5750" y="3903"/>
                    <a:pt x="5854" y="3714"/>
                    <a:pt x="5854" y="3513"/>
                  </a:cubicBezTo>
                  <a:cubicBezTo>
                    <a:pt x="5854" y="3311"/>
                    <a:pt x="5750" y="3123"/>
                    <a:pt x="5580" y="3017"/>
                  </a:cubicBezTo>
                  <a:lnTo>
                    <a:pt x="896" y="90"/>
                  </a:lnTo>
                  <a:cubicBezTo>
                    <a:pt x="801" y="30"/>
                    <a:pt x="694" y="0"/>
                    <a:pt x="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15" name="Google Shape;13360;p69"/>
          <p:cNvSpPr/>
          <p:nvPr/>
        </p:nvSpPr>
        <p:spPr>
          <a:xfrm>
            <a:off x="1869024" y="15986137"/>
            <a:ext cx="1745068" cy="142539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/>
          </a:p>
        </p:txBody>
      </p:sp>
      <p:sp>
        <p:nvSpPr>
          <p:cNvPr id="16" name="Google Shape;13349;p69"/>
          <p:cNvSpPr/>
          <p:nvPr/>
        </p:nvSpPr>
        <p:spPr>
          <a:xfrm>
            <a:off x="1829066" y="18531911"/>
            <a:ext cx="1614605" cy="1617112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/>
          </a:p>
        </p:txBody>
      </p:sp>
      <p:sp>
        <p:nvSpPr>
          <p:cNvPr id="17" name="Google Shape;11330;p63"/>
          <p:cNvSpPr/>
          <p:nvPr/>
        </p:nvSpPr>
        <p:spPr>
          <a:xfrm>
            <a:off x="1871666" y="21412182"/>
            <a:ext cx="1614605" cy="1616776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pic>
        <p:nvPicPr>
          <p:cNvPr id="19" name="Picture 18" descr="WsCube-Tech-Logo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88786" y="1735387"/>
            <a:ext cx="19639890" cy="7214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2532</TotalTime>
  <Words>608</Words>
  <Application>Microsoft Office PowerPoint</Application>
  <PresentationFormat>Custom</PresentationFormat>
  <Paragraphs>106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Lexend Deca</vt:lpstr>
      <vt:lpstr>Bahnschrift Light</vt:lpstr>
      <vt:lpstr>Muli</vt:lpstr>
      <vt:lpstr>Aliena template</vt:lpstr>
      <vt:lpstr>Getting started with JavaScript</vt:lpstr>
      <vt:lpstr>Our Agenda.</vt:lpstr>
      <vt:lpstr>Variables in JavaScript.</vt:lpstr>
      <vt:lpstr>How to declare &amp; initialize variable in JavaScript.</vt:lpstr>
      <vt:lpstr>Scope and life time of a variable.</vt:lpstr>
      <vt:lpstr>How To Declare variable in JavaScript</vt:lpstr>
      <vt:lpstr>Important Functions of JavaScript. Practical Implementation </vt:lpstr>
      <vt:lpstr>What is alert() and how to use?</vt:lpstr>
      <vt:lpstr>What is confirm() and how to use ?</vt:lpstr>
      <vt:lpstr>What is console.log() and how to use ?</vt:lpstr>
      <vt:lpstr>What is document.write() and how to use ?</vt:lpstr>
      <vt:lpstr>What is prompt() and how to use 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-1   Networking Concept</dc:title>
  <dc:creator>v2r-Akib</dc:creator>
  <cp:lastModifiedBy>Bhagirath</cp:lastModifiedBy>
  <cp:revision>220</cp:revision>
  <dcterms:modified xsi:type="dcterms:W3CDTF">2022-12-08T09:53:02Z</dcterms:modified>
</cp:coreProperties>
</file>